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floyd  </a:t>
            </a:r>
            <a:r>
              <a:rPr lang="zh-CN" altLang="zh-CN"/>
              <a:t>求最小环</a:t>
            </a:r>
            <a:br>
              <a:rPr lang="zh-CN" altLang="zh-CN"/>
            </a:br>
            <a:r>
              <a:rPr lang="en-US" altLang="zh-CN"/>
              <a:t>nkoj 1099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45415" y="24765"/>
            <a:ext cx="11680825" cy="66776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 最小环问题</a:t>
            </a:r>
            <a:endParaRPr lang="zh-CN" altLang="en-US"/>
          </a:p>
          <a:p>
            <a:r>
              <a:rPr lang="zh-CN" altLang="en-US"/>
              <a:t>&lt;1&gt;朴素的算法：</a:t>
            </a:r>
            <a:endParaRPr lang="zh-CN" altLang="en-US"/>
          </a:p>
          <a:p>
            <a:r>
              <a:rPr lang="zh-CN" altLang="en-US"/>
              <a:t>   令e(u,v)表示u和v之间的连边，再令min(u,v)表示，删除u和v之间的连边之后，u和v之间的最短路</a:t>
            </a:r>
            <a:endParaRPr lang="zh-CN" altLang="en-US"/>
          </a:p>
          <a:p>
            <a:r>
              <a:rPr lang="zh-CN" altLang="en-US"/>
              <a:t>最小环则是min(u,v) + e(u,v)，时间复杂度是EV^2。</a:t>
            </a:r>
            <a:endParaRPr lang="zh-CN" altLang="en-US"/>
          </a:p>
          <a:p>
            <a:r>
              <a:rPr lang="zh-CN" altLang="en-US"/>
              <a:t>&lt;2&gt;改进的方法：</a:t>
            </a:r>
            <a:endParaRPr lang="zh-CN" altLang="en-US"/>
          </a:p>
          <a:p>
            <a:r>
              <a:rPr lang="zh-CN" altLang="en-US"/>
              <a:t>   在floyd的同时，顺便算出最小环</a:t>
            </a:r>
            <a:endParaRPr lang="zh-CN" altLang="en-US"/>
          </a:p>
          <a:p>
            <a:r>
              <a:rPr lang="zh-CN" altLang="en-US"/>
              <a:t>   map[i][j]=(i,j之间的边长)</a:t>
            </a:r>
            <a:endParaRPr lang="zh-CN" altLang="en-US"/>
          </a:p>
          <a:p>
            <a:r>
              <a:rPr lang="zh-CN" altLang="en-US"/>
              <a:t>   dis=map;</a:t>
            </a:r>
            <a:endParaRPr lang="zh-CN" altLang="en-US"/>
          </a:p>
          <a:p>
            <a:r>
              <a:rPr lang="zh-CN" altLang="en-US"/>
              <a:t>   answer=inf; //inf表示无穷大 </a:t>
            </a:r>
            <a:endParaRPr lang="zh-CN" altLang="en-US"/>
          </a:p>
          <a:p>
            <a:r>
              <a:rPr lang="zh-CN" altLang="en-US"/>
              <a:t>   for(k=1;k&lt;=n;k++)</a:t>
            </a:r>
            <a:endParaRPr lang="zh-CN" altLang="en-US"/>
          </a:p>
          <a:p>
            <a:r>
              <a:rPr lang="zh-CN" altLang="en-US"/>
              <a:t>   {</a:t>
            </a:r>
            <a:endParaRPr lang="zh-CN" altLang="en-US"/>
          </a:p>
          <a:p>
            <a:r>
              <a:rPr lang="zh-CN" altLang="en-US"/>
              <a:t>      for(i=1;i&lt;=k-1;i++)</a:t>
            </a:r>
            <a:endParaRPr lang="zh-CN" altLang="en-US"/>
          </a:p>
          <a:p>
            <a:r>
              <a:rPr lang="zh-CN" altLang="en-US"/>
              <a:t>        for(j=i+1;j&lt;=k-1;j++)</a:t>
            </a:r>
            <a:endParaRPr lang="zh-CN" altLang="en-US"/>
          </a:p>
          <a:p>
            <a:r>
              <a:rPr lang="zh-CN" altLang="en-US"/>
              <a:t>            answer=min(answer,dis[i][j]+map[i][k]+map[k][j]);</a:t>
            </a:r>
            <a:endParaRPr lang="zh-CN" altLang="en-US"/>
          </a:p>
          <a:p>
            <a:r>
              <a:rPr lang="zh-CN" altLang="en-US"/>
              <a:t>      for(i=1;i&lt;=n;i++)</a:t>
            </a:r>
            <a:endParaRPr lang="zh-CN" altLang="en-US"/>
          </a:p>
          <a:p>
            <a:r>
              <a:rPr lang="zh-CN" altLang="en-US"/>
              <a:t>         for(j=1;j&lt;=n;j++)</a:t>
            </a:r>
            <a:endParaRPr lang="zh-CN" altLang="en-US"/>
          </a:p>
          <a:p>
            <a:r>
              <a:rPr lang="zh-CN" altLang="en-US"/>
              <a:t>             dist[i][j]=min(dis[i][j],dis[i][k]+dis[k][j]);</a:t>
            </a:r>
            <a:endParaRPr lang="zh-CN" altLang="en-US"/>
          </a:p>
          <a:p>
            <a:r>
              <a:rPr lang="zh-CN" altLang="en-US"/>
              <a:t>   }</a:t>
            </a:r>
            <a:endParaRPr lang="zh-CN" altLang="en-US"/>
          </a:p>
          <a:p>
            <a:r>
              <a:rPr lang="zh-CN" altLang="en-US"/>
              <a:t>   关于算法&lt;2&gt;的证明：</a:t>
            </a:r>
            <a:endParaRPr lang="zh-CN" altLang="en-US"/>
          </a:p>
          <a:p>
            <a:r>
              <a:rPr lang="zh-CN" altLang="en-US"/>
              <a:t>    一个环中的最大结点为k(编号最大)，与它直接相连的两个点为i,j，这个环的最短长度为map[i][k]+map[k][j]+i到j的路径中,</a:t>
            </a:r>
            <a:endParaRPr lang="zh-CN" altLang="en-US"/>
          </a:p>
          <a:p>
            <a:r>
              <a:rPr lang="zh-CN" altLang="en-US"/>
              <a:t>    所有结点编号都小于k的最短路径长度</a:t>
            </a:r>
            <a:endParaRPr lang="zh-CN" altLang="en-US"/>
          </a:p>
          <a:p>
            <a:r>
              <a:rPr lang="zh-CN" altLang="en-US"/>
              <a:t>    根据floyd的原理，在最外层循环做了k-1次之后，dis[i][j]则代表了i到j的路径中，所有结点编号都小于k的最短路径</a:t>
            </a:r>
            <a:endParaRPr lang="zh-CN" altLang="en-US"/>
          </a:p>
          <a:p>
            <a:r>
              <a:rPr lang="zh-CN" altLang="en-US"/>
              <a:t>    综上所述，该算法一定能找到图中最小环。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</Words>
  <Application>WPS 演示</Application>
  <PresentationFormat>宽屏</PresentationFormat>
  <Paragraphs>26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Calibri Light</vt:lpstr>
      <vt:lpstr>Calibri</vt:lpstr>
      <vt:lpstr>微软雅黑</vt:lpstr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2</cp:revision>
  <dcterms:created xsi:type="dcterms:W3CDTF">2015-05-05T08:02:00Z</dcterms:created>
  <dcterms:modified xsi:type="dcterms:W3CDTF">2016-09-09T11:33:49Z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2052-10.1.0.5864</vt:lpwstr>
  </property>
</Properties>
</file>