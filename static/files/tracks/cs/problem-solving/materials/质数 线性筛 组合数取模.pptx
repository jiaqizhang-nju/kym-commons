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handoutMasterIdLst>
    <p:handoutMasterId r:id="rId11"/>
  </p:handoutMasterIdLst>
  <p:sldIdLst>
    <p:sldId id="256" r:id="rId3"/>
    <p:sldId id="304" r:id="rId4"/>
    <p:sldId id="358" r:id="rId5"/>
    <p:sldId id="359" r:id="rId6"/>
    <p:sldId id="360" r:id="rId7"/>
    <p:sldId id="361" r:id="rId8"/>
    <p:sldId id="362" r:id="rId9"/>
  </p:sldIdLst>
  <p:sldSz cx="9144000" cy="6858000" type="screen4x3"/>
  <p:notesSz cx="6858000" cy="9144000"/>
  <p:defaultTex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6699"/>
    <a:srgbClr val="FF0066"/>
    <a:srgbClr val="0000FF"/>
    <a:srgbClr val="FFFF66"/>
    <a:srgbClr val="FFFFFF"/>
    <a:srgbClr val="FFFF99"/>
    <a:srgbClr val="00FFFF"/>
    <a:srgbClr val="FF66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273"/>
        <p:guide pos="2924"/>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
        <p:nvSpPr>
          <p:cNvPr id="6148"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6149"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p>
            <a:pPr lvl="0"/>
            <a:r>
              <a:rPr lang="zh-CN" altLang="en-US"/>
              <a:t>单击此处编辑母版文本样式</a:t>
            </a:r>
            <a:endParaRPr lang="zh-CN" altLang="en-US"/>
          </a:p>
          <a:p>
            <a:pPr lvl="1" indent="457200"/>
            <a:r>
              <a:rPr lang="zh-CN" altLang="en-US"/>
              <a:t>第二级</a:t>
            </a:r>
            <a:endParaRPr lang="zh-CN" altLang="en-US"/>
          </a:p>
          <a:p>
            <a:pPr lvl="2" indent="914400"/>
            <a:r>
              <a:rPr lang="zh-CN" altLang="en-US"/>
              <a:t>第三级</a:t>
            </a:r>
            <a:endParaRPr lang="zh-CN" altLang="en-US"/>
          </a:p>
          <a:p>
            <a:pPr lvl="3" indent="1371600"/>
            <a:r>
              <a:rPr lang="zh-CN" altLang="en-US"/>
              <a:t>第四级</a:t>
            </a:r>
            <a:endParaRPr lang="zh-CN" altLang="en-US"/>
          </a:p>
          <a:p>
            <a:pPr lvl="4" indent="1828800"/>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E5F1F1"/>
        </a:solidFill>
        <a:effectLst/>
      </p:bgPr>
    </p:bg>
    <p:spTree>
      <p:nvGrpSpPr>
        <p:cNvPr id="1" name=""/>
        <p:cNvGrpSpPr/>
        <p:nvPr/>
      </p:nvGrpSpPr>
      <p:grpSpPr>
        <a:xfrm>
          <a:off x="0" y="0"/>
          <a:ext cx="0" cy="0"/>
          <a:chOff x="0" y="0"/>
          <a:chExt cx="0" cy="0"/>
        </a:xfrm>
      </p:grpSpPr>
      <p:pic>
        <p:nvPicPr>
          <p:cNvPr id="2050" name="图片 7"/>
          <p:cNvPicPr>
            <a:picLocks noChangeAspect="1"/>
          </p:cNvPicPr>
          <p:nvPr/>
        </p:nvPicPr>
        <p:blipFill>
          <a:blip r:embed="rId2"/>
          <a:srcRect t="9244" b="10210"/>
          <a:stretch>
            <a:fillRect/>
          </a:stretch>
        </p:blipFill>
        <p:spPr>
          <a:xfrm>
            <a:off x="0" y="1092200"/>
            <a:ext cx="9144000" cy="5011738"/>
          </a:xfrm>
          <a:prstGeom prst="rect">
            <a:avLst/>
          </a:prstGeom>
          <a:noFill/>
          <a:ln w="9525">
            <a:noFill/>
          </a:ln>
        </p:spPr>
      </p:pic>
      <p:sp>
        <p:nvSpPr>
          <p:cNvPr id="2" name="标题 1"/>
          <p:cNvSpPr>
            <a:spLocks noGrp="1"/>
          </p:cNvSpPr>
          <p:nvPr>
            <p:ph type="ctrTitle"/>
          </p:nvPr>
        </p:nvSpPr>
        <p:spPr>
          <a:xfrm>
            <a:off x="2138400" y="2527300"/>
            <a:ext cx="5132700" cy="1108700"/>
          </a:xfrm>
        </p:spPr>
        <p:txBody>
          <a:bodyPr anchor="b">
            <a:normAutofit/>
          </a:bodyPr>
          <a:lstStyle>
            <a:lvl1pPr algn="ctr">
              <a:defRPr sz="2800">
                <a:solidFill>
                  <a:srgbClr val="853689"/>
                </a:solidFill>
              </a:defRPr>
            </a:lvl1pPr>
          </a:lstStyle>
          <a:p>
            <a:pPr fontAlgn="auto"/>
            <a:r>
              <a:rPr lang="zh-CN" altLang="en-US" strike="noStrike" noProof="1" dirty="0" smtClean="0"/>
              <a:t>单击此处编辑母版标题样式</a:t>
            </a:r>
            <a:endParaRPr lang="zh-CN" altLang="en-US" strike="noStrike" noProof="1" dirty="0"/>
          </a:p>
        </p:txBody>
      </p:sp>
      <p:sp>
        <p:nvSpPr>
          <p:cNvPr id="3" name="副标题 2"/>
          <p:cNvSpPr>
            <a:spLocks noGrp="1"/>
          </p:cNvSpPr>
          <p:nvPr>
            <p:ph type="subTitle" idx="1"/>
          </p:nvPr>
        </p:nvSpPr>
        <p:spPr>
          <a:xfrm>
            <a:off x="2127600" y="3913200"/>
            <a:ext cx="5146200" cy="620700"/>
          </a:xfrm>
        </p:spPr>
        <p:txBody>
          <a:bodyPr anchor="ctr" anchorCtr="0">
            <a:normAutofit/>
          </a:bodyPr>
          <a:lstStyle>
            <a:lvl1pPr marL="0" indent="0" algn="ctr">
              <a:buNone/>
              <a:defRPr sz="2000" b="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28650" y="6376988"/>
            <a:ext cx="2057400" cy="365125"/>
          </a:xfrm>
          <a:prstGeom prst="rect">
            <a:avLst/>
          </a:prstGeom>
        </p:spPr>
        <p:txBody>
          <a:bodyPr vert="horz" lIns="91440" tIns="45720" rIns="91440" bIns="45720" rtlCol="0" anchor="ctr"/>
          <a:lstStyle/>
          <a:p>
            <a:pPr fontAlgn="base"/>
            <a:fld id="{7B1873A2-D93D-4A0E-B684-E905E95F0B0B}" type="datetimeFigureOut">
              <a:rPr lang="zh-CN" altLang="en-US" noProof="1" smtClean="0">
                <a:latin typeface="Arial" panose="020B0604020202020204" pitchFamily="34" charset="0"/>
                <a:ea typeface="宋体" panose="02010600030101010101" pitchFamily="2" charset="-122"/>
                <a:cs typeface="+mn-ea"/>
              </a:rPr>
            </a:fld>
            <a:endParaRPr lang="zh-CN" altLang="en-US" noProof="1"/>
          </a:p>
        </p:txBody>
      </p:sp>
      <p:sp>
        <p:nvSpPr>
          <p:cNvPr id="5" name="页脚占位符 4"/>
          <p:cNvSpPr>
            <a:spLocks noGrp="1"/>
          </p:cNvSpPr>
          <p:nvPr>
            <p:ph type="ftr" sz="quarter" idx="11"/>
          </p:nvPr>
        </p:nvSpPr>
        <p:spPr>
          <a:xfrm>
            <a:off x="3028950" y="6376988"/>
            <a:ext cx="3086100" cy="365125"/>
          </a:xfrm>
          <a:prstGeom prst="rect">
            <a:avLst/>
          </a:prstGeom>
        </p:spPr>
        <p:txBody>
          <a:bodyPr vert="horz" lIns="91440" tIns="45720" rIns="91440" bIns="45720" rtlCol="0" anchor="ctr"/>
          <a:lstStyle/>
          <a:p>
            <a:pPr fontAlgn="base"/>
            <a:endParaRPr lang="zh-CN" altLang="en-US" noProof="1"/>
          </a:p>
        </p:txBody>
      </p:sp>
      <p:sp>
        <p:nvSpPr>
          <p:cNvPr id="6" name="灯片编号占位符 5"/>
          <p:cNvSpPr>
            <a:spLocks noGrp="1"/>
          </p:cNvSpPr>
          <p:nvPr>
            <p:ph type="sldNum" sz="quarter" idx="12"/>
          </p:nvPr>
        </p:nvSpPr>
        <p:spPr>
          <a:xfrm>
            <a:off x="6457950" y="6376988"/>
            <a:ext cx="2057400" cy="365125"/>
          </a:xfrm>
          <a:prstGeom prst="rect">
            <a:avLst/>
          </a:prstGeom>
        </p:spPr>
        <p:txBody>
          <a:bodyPr vert="horz" lIns="91440" tIns="45720" rIns="91440" bIns="45720" rtlCol="0" anchor="ctr"/>
          <a:lstStyle/>
          <a:p>
            <a:pPr fontAlgn="base"/>
            <a:fld id="{0EE969A2-5029-44B4-98D3-0CD658CAAE18}" type="slidenum">
              <a:rPr lang="zh-CN" altLang="en-US" noProof="1" smtClean="0">
                <a:latin typeface="Arial" panose="020B0604020202020204" pitchFamily="34" charset="0"/>
                <a:ea typeface="宋体" panose="02010600030101010101" pitchFamily="2" charset="-122"/>
                <a:cs typeface="+mn-ea"/>
              </a:rPr>
            </a:fld>
            <a:endParaRPr lang="zh-CN" altLang="en-US"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KSO_BC1"/>
          <p:cNvSpPr>
            <a:spLocks noGrp="1"/>
          </p:cNvSpPr>
          <p:nvPr>
            <p:ph idx="1"/>
          </p:nvPr>
        </p:nvSpPr>
        <p:spPr>
          <a:xfrm>
            <a:off x="628650" y="1121434"/>
            <a:ext cx="7886700" cy="5176800"/>
          </a:xfrm>
        </p:spPr>
        <p:txBody>
          <a:bodyPr>
            <a:normAutofit/>
          </a:bodyPr>
          <a:lstStyle>
            <a:lvl1pPr>
              <a:defRPr sz="2400" b="0">
                <a:solidFill>
                  <a:schemeClr val="tx1"/>
                </a:solidFill>
              </a:defRPr>
            </a:lvl1pPr>
            <a:lvl2pPr marL="0" indent="0">
              <a:buNone/>
              <a:defRPr sz="1500" b="0"/>
            </a:lvl2pPr>
            <a:lvl3pPr>
              <a:defRPr sz="2000"/>
            </a:lvl3pPr>
            <a:lvl4pPr>
              <a:defRPr sz="1800"/>
            </a:lvl4pPr>
            <a:lvl5pPr>
              <a:defRPr sz="1800"/>
            </a:lvl5pPr>
            <a:lvl6pPr>
              <a:defRPr sz="1800"/>
            </a:lvl6pPr>
          </a:lstStyle>
          <a:p>
            <a:pPr lvl="0" fontAlgn="auto"/>
            <a:r>
              <a:rPr lang="zh-CN" altLang="en-US" strike="noStrike" noProof="1" dirty="0" smtClean="0"/>
              <a:t>单击此处编辑母版文本样式</a:t>
            </a:r>
            <a:endParaRPr lang="zh-CN" altLang="en-US" strike="noStrike" noProof="1" dirty="0" smtClean="0"/>
          </a:p>
          <a:p>
            <a:pPr lvl="2" fontAlgn="auto"/>
            <a:r>
              <a:rPr lang="zh-CN" altLang="en-US" strike="noStrike" noProof="1" dirty="0" smtClean="0"/>
              <a:t>第二级</a:t>
            </a:r>
            <a:endParaRPr lang="zh-CN" altLang="en-US" strike="noStrike" noProof="1" dirty="0" smtClean="0"/>
          </a:p>
          <a:p>
            <a:pPr lvl="3" fontAlgn="auto"/>
            <a:r>
              <a:rPr lang="zh-CN" altLang="en-US" strike="noStrike" noProof="1" dirty="0" smtClean="0"/>
              <a:t>第三级</a:t>
            </a:r>
            <a:endParaRPr lang="zh-CN" altLang="en-US" strike="noStrike" noProof="1" dirty="0" smtClean="0"/>
          </a:p>
          <a:p>
            <a:pPr lvl="4" fontAlgn="auto"/>
            <a:r>
              <a:rPr lang="zh-CN" altLang="en-US" strike="noStrike" noProof="1" dirty="0" smtClean="0"/>
              <a:t>第四级</a:t>
            </a:r>
            <a:endParaRPr lang="zh-CN" altLang="en-US" strike="noStrike" noProof="1" dirty="0" smtClean="0"/>
          </a:p>
          <a:p>
            <a:pPr lvl="5" fontAlgn="auto"/>
            <a:r>
              <a:rPr lang="zh-CN" altLang="en-US" strike="noStrike" noProof="1" dirty="0" smtClean="0"/>
              <a:t>第五级</a:t>
            </a:r>
            <a:endParaRPr lang="zh-CN" altLang="en-US" strike="noStrike" noProof="1" dirty="0"/>
          </a:p>
        </p:txBody>
      </p:sp>
      <p:sp>
        <p:nvSpPr>
          <p:cNvPr id="7" name="标题 6"/>
          <p:cNvSpPr>
            <a:spLocks noGrp="1"/>
          </p:cNvSpPr>
          <p:nvPr>
            <p:ph type="title"/>
          </p:nvPr>
        </p:nvSpPr>
        <p:spPr/>
        <p:txBody>
          <a:bodyPr/>
          <a:lstStyle/>
          <a:p>
            <a:pPr fontAlgn="auto"/>
            <a:r>
              <a:rPr lang="zh-CN" altLang="en-US" strike="noStrike" noProof="1" smtClean="0"/>
              <a:t>单击此处编辑母版标题样式</a:t>
            </a:r>
            <a:endParaRPr lang="zh-CN" altLang="en-US" strike="noStrike" noProof="1"/>
          </a:p>
        </p:txBody>
      </p:sp>
      <p:sp>
        <p:nvSpPr>
          <p:cNvPr id="2" name="日期占位符 1"/>
          <p:cNvSpPr>
            <a:spLocks noGrp="1"/>
          </p:cNvSpPr>
          <p:nvPr>
            <p:ph type="dt" sz="half" idx="10"/>
          </p:nvPr>
        </p:nvSpPr>
        <p:spPr/>
        <p:txBody>
          <a:bodyPr/>
          <a:p>
            <a:pPr fontAlgn="base"/>
            <a:fld id="{7B1873A2-D93D-4A0E-B684-E905E95F0B0B}" type="datetimeFigureOut">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
        <p:nvSpPr>
          <p:cNvPr id="4" name="页脚占位符 3"/>
          <p:cNvSpPr>
            <a:spLocks noGrp="1"/>
          </p:cNvSpPr>
          <p:nvPr>
            <p:ph type="ftr" sz="quarter" idx="11"/>
          </p:nvPr>
        </p:nvSpPr>
        <p:spPr/>
        <p:txBody>
          <a:bodyPr/>
          <a:p>
            <a:pPr fontAlgn="base"/>
            <a:endParaRPr lang="zh-CN" altLang="en-US" strike="noStrike" noProof="1"/>
          </a:p>
        </p:txBody>
      </p:sp>
      <p:sp>
        <p:nvSpPr>
          <p:cNvPr id="5" name="灯片编号占位符 4"/>
          <p:cNvSpPr>
            <a:spLocks noGrp="1"/>
          </p:cNvSpPr>
          <p:nvPr>
            <p:ph type="sldNum" sz="quarter" idx="12"/>
          </p:nvPr>
        </p:nvSpPr>
        <p:spPr/>
        <p:txBody>
          <a:bodyPr/>
          <a:p>
            <a:pPr fontAlgn="base"/>
            <a:fld id="{0EE969A2-5029-44B4-98D3-0CD658CAAE18}" type="slidenum">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E5F1F1"/>
        </a:solidFill>
        <a:effectLst/>
      </p:bgPr>
    </p:bg>
    <p:spTree>
      <p:nvGrpSpPr>
        <p:cNvPr id="1" name=""/>
        <p:cNvGrpSpPr/>
        <p:nvPr/>
      </p:nvGrpSpPr>
      <p:grpSpPr>
        <a:xfrm>
          <a:off x="0" y="0"/>
          <a:ext cx="0" cy="0"/>
          <a:chOff x="0" y="0"/>
          <a:chExt cx="0" cy="0"/>
        </a:xfrm>
      </p:grpSpPr>
      <p:sp>
        <p:nvSpPr>
          <p:cNvPr id="14" name="MH_Title"/>
          <p:cNvSpPr/>
          <p:nvPr/>
        </p:nvSpPr>
        <p:spPr>
          <a:xfrm>
            <a:off x="1925638" y="3024188"/>
            <a:ext cx="6188075" cy="800100"/>
          </a:xfrm>
          <a:prstGeom prst="rect">
            <a:avLst/>
          </a:prstGeom>
          <a:solidFill>
            <a:schemeClr val="accent1">
              <a:lumMod val="20000"/>
              <a:lumOff val="80000"/>
            </a:schemeClr>
          </a:solidFill>
          <a:ln w="31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0" rtlCol="0" anchor="ctr">
            <a:normAutofit/>
          </a:bodyPr>
          <a:lstStyle/>
          <a:p>
            <a:pPr fontAlgn="base"/>
            <a:endParaRPr lang="zh-CN" altLang="en-US" sz="3200" strike="noStrike" noProof="1" dirty="0">
              <a:solidFill>
                <a:schemeClr val="accent1">
                  <a:lumMod val="50000"/>
                </a:schemeClr>
              </a:solidFill>
            </a:endParaRPr>
          </a:p>
        </p:txBody>
      </p:sp>
      <p:sp>
        <p:nvSpPr>
          <p:cNvPr id="15" name="MH_Others_1"/>
          <p:cNvSpPr/>
          <p:nvPr/>
        </p:nvSpPr>
        <p:spPr>
          <a:xfrm>
            <a:off x="1030288" y="3078163"/>
            <a:ext cx="693738" cy="692150"/>
          </a:xfrm>
          <a:prstGeom prst="ellipse">
            <a:avLst/>
          </a:prstGeom>
          <a:noFill/>
          <a:ln w="31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2400" strike="noStrike" noProof="1" dirty="0">
              <a:solidFill>
                <a:schemeClr val="accent1">
                  <a:lumMod val="50000"/>
                </a:schemeClr>
              </a:solidFill>
              <a:cs typeface="Times New Roman" panose="02020603050405020304" pitchFamily="18" charset="0"/>
            </a:endParaRPr>
          </a:p>
        </p:txBody>
      </p:sp>
      <p:sp>
        <p:nvSpPr>
          <p:cNvPr id="16" name="MH_Others_2"/>
          <p:cNvSpPr/>
          <p:nvPr/>
        </p:nvSpPr>
        <p:spPr>
          <a:xfrm>
            <a:off x="1825625" y="3024188"/>
            <a:ext cx="100013" cy="800100"/>
          </a:xfrm>
          <a:prstGeom prst="rect">
            <a:avLst/>
          </a:prstGeom>
          <a:solidFill>
            <a:schemeClr val="accent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fontAlgn="base"/>
            <a:endParaRPr lang="zh-CN" altLang="en-US" sz="2400" strike="noStrike" noProof="1">
              <a:solidFill>
                <a:srgbClr val="1C97C2"/>
              </a:solidFill>
            </a:endParaRPr>
          </a:p>
        </p:txBody>
      </p:sp>
      <p:sp>
        <p:nvSpPr>
          <p:cNvPr id="10" name="MH_Number"/>
          <p:cNvSpPr/>
          <p:nvPr/>
        </p:nvSpPr>
        <p:spPr>
          <a:xfrm>
            <a:off x="1995488" y="3225800"/>
            <a:ext cx="371475" cy="531813"/>
          </a:xfrm>
          <a:prstGeom prst="rect">
            <a:avLst/>
          </a:prstGeom>
        </p:spPr>
        <p:txBody>
          <a:bodyPr wrap="square" lIns="0" tIns="0" rIns="0" bIns="0" anchor="ctr" anchorCtr="0">
            <a:normAutofit fontScale="92500" lnSpcReduction="10000"/>
          </a:bodyPr>
          <a:lstStyle/>
          <a:p>
            <a:pPr algn="ctr" fontAlgn="base"/>
            <a:endParaRPr lang="zh-CN" altLang="en-US" sz="4050" strike="noStrike" noProof="1" dirty="0">
              <a:solidFill>
                <a:schemeClr val="accent1">
                  <a:lumMod val="75000"/>
                </a:schemeClr>
              </a:solidFill>
              <a:cs typeface="Times New Roman" panose="02020603050405020304" pitchFamily="18" charset="0"/>
            </a:endParaRPr>
          </a:p>
        </p:txBody>
      </p:sp>
      <p:sp>
        <p:nvSpPr>
          <p:cNvPr id="2" name="KSO_ST1"/>
          <p:cNvSpPr>
            <a:spLocks noGrp="1"/>
          </p:cNvSpPr>
          <p:nvPr>
            <p:ph type="title" hasCustomPrompt="1"/>
          </p:nvPr>
        </p:nvSpPr>
        <p:spPr>
          <a:xfrm>
            <a:off x="1926415" y="3024000"/>
            <a:ext cx="6187527" cy="800666"/>
          </a:xfrm>
        </p:spPr>
        <p:txBody>
          <a:bodyPr lIns="180000" tIns="0" rIns="0" bIns="0" anchor="ctr" anchorCtr="0">
            <a:normAutofit/>
          </a:bodyPr>
          <a:lstStyle>
            <a:lvl1pPr algn="l">
              <a:defRPr sz="2800" b="0">
                <a:solidFill>
                  <a:schemeClr val="accent1"/>
                </a:solidFill>
                <a:effectLst/>
              </a:defRPr>
            </a:lvl1pPr>
          </a:lstStyle>
          <a:p>
            <a:pPr fontAlgn="auto"/>
            <a:r>
              <a:rPr lang="zh-CN" altLang="en-US" strike="noStrike" noProof="1" dirty="0" smtClean="0"/>
              <a:t>此处添加您的标题</a:t>
            </a:r>
            <a:endParaRPr lang="en-US" strike="noStrike" noProof="1" dirty="0"/>
          </a:p>
        </p:txBody>
      </p:sp>
      <p:sp>
        <p:nvSpPr>
          <p:cNvPr id="3" name="KSO_ST2"/>
          <p:cNvSpPr>
            <a:spLocks noGrp="1"/>
          </p:cNvSpPr>
          <p:nvPr>
            <p:ph type="body" idx="1" hasCustomPrompt="1"/>
          </p:nvPr>
        </p:nvSpPr>
        <p:spPr>
          <a:xfrm>
            <a:off x="2790103" y="4408317"/>
            <a:ext cx="4245697" cy="494755"/>
          </a:xfrm>
          <a:prstGeom prst="roundRect">
            <a:avLst>
              <a:gd name="adj" fmla="val 50000"/>
            </a:avLst>
          </a:prstGeom>
          <a:noFill/>
        </p:spPr>
        <p:txBody>
          <a:bodyPr anchor="ctr">
            <a:noAutofit/>
          </a:bodyPr>
          <a:lstStyle>
            <a:lvl1pPr marL="0" indent="0" algn="ctr">
              <a:buNone/>
              <a:defRPr sz="2000">
                <a:solidFill>
                  <a:schemeClr val="tx1"/>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fontAlgn="auto"/>
            <a:r>
              <a:rPr lang="zh-CN" altLang="en-US" strike="noStrike" noProof="1" dirty="0" smtClean="0"/>
              <a:t>单击此处添加您的副标题</a:t>
            </a:r>
            <a:endParaRPr lang="en-US" altLang="zh-CN" strike="noStrike" noProof="1" dirty="0"/>
          </a:p>
        </p:txBody>
      </p:sp>
      <p:sp>
        <p:nvSpPr>
          <p:cNvPr id="4" name="日期占位符 3"/>
          <p:cNvSpPr>
            <a:spLocks noGrp="1"/>
          </p:cNvSpPr>
          <p:nvPr>
            <p:ph type="dt" sz="half" idx="10"/>
          </p:nvPr>
        </p:nvSpPr>
        <p:spPr>
          <a:xfrm>
            <a:off x="628650" y="6376988"/>
            <a:ext cx="2057400" cy="365125"/>
          </a:xfrm>
          <a:prstGeom prst="rect">
            <a:avLst/>
          </a:prstGeom>
        </p:spPr>
        <p:txBody>
          <a:bodyPr vert="horz" lIns="91440" tIns="45720" rIns="91440" bIns="45720" rtlCol="0" anchor="ctr"/>
          <a:lstStyle/>
          <a:p>
            <a:pPr fontAlgn="base"/>
            <a:fld id="{7B1873A2-D93D-4A0E-B684-E905E95F0B0B}" type="datetimeFigureOut">
              <a:rPr lang="zh-CN" altLang="en-US" noProof="1" smtClean="0">
                <a:latin typeface="Arial" panose="020B0604020202020204" pitchFamily="34" charset="0"/>
                <a:ea typeface="宋体" panose="02010600030101010101" pitchFamily="2" charset="-122"/>
                <a:cs typeface="+mn-ea"/>
              </a:rPr>
            </a:fld>
            <a:endParaRPr lang="zh-CN" altLang="en-US" noProof="1"/>
          </a:p>
        </p:txBody>
      </p:sp>
      <p:sp>
        <p:nvSpPr>
          <p:cNvPr id="5" name="页脚占位符 4"/>
          <p:cNvSpPr>
            <a:spLocks noGrp="1"/>
          </p:cNvSpPr>
          <p:nvPr>
            <p:ph type="ftr" sz="quarter" idx="11"/>
          </p:nvPr>
        </p:nvSpPr>
        <p:spPr>
          <a:xfrm>
            <a:off x="3028950" y="6376988"/>
            <a:ext cx="3086100" cy="365125"/>
          </a:xfrm>
          <a:prstGeom prst="rect">
            <a:avLst/>
          </a:prstGeom>
        </p:spPr>
        <p:txBody>
          <a:bodyPr vert="horz" lIns="91440" tIns="45720" rIns="91440" bIns="45720" rtlCol="0" anchor="ctr"/>
          <a:lstStyle/>
          <a:p>
            <a:pPr fontAlgn="base"/>
            <a:endParaRPr lang="zh-CN" altLang="en-US" noProof="1"/>
          </a:p>
        </p:txBody>
      </p:sp>
      <p:sp>
        <p:nvSpPr>
          <p:cNvPr id="6" name="灯片编号占位符 5"/>
          <p:cNvSpPr>
            <a:spLocks noGrp="1"/>
          </p:cNvSpPr>
          <p:nvPr>
            <p:ph type="sldNum" sz="quarter" idx="12"/>
          </p:nvPr>
        </p:nvSpPr>
        <p:spPr>
          <a:xfrm>
            <a:off x="6457950" y="6376988"/>
            <a:ext cx="2057400" cy="365125"/>
          </a:xfrm>
          <a:prstGeom prst="rect">
            <a:avLst/>
          </a:prstGeom>
        </p:spPr>
        <p:txBody>
          <a:bodyPr vert="horz" lIns="91440" tIns="45720" rIns="91440" bIns="45720" rtlCol="0" anchor="ctr"/>
          <a:lstStyle/>
          <a:p>
            <a:pPr fontAlgn="base"/>
            <a:fld id="{0EE969A2-5029-44B4-98D3-0CD658CAAE18}" type="slidenum">
              <a:rPr lang="zh-CN" altLang="en-US" noProof="1" smtClean="0">
                <a:latin typeface="Arial" panose="020B0604020202020204" pitchFamily="34" charset="0"/>
                <a:ea typeface="宋体" panose="02010600030101010101" pitchFamily="2" charset="-122"/>
                <a:cs typeface="+mn-ea"/>
              </a:rPr>
            </a:fld>
            <a:endParaRPr lang="zh-CN" altLang="en-US"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KSO_BC1"/>
          <p:cNvSpPr>
            <a:spLocks noGrp="1"/>
          </p:cNvSpPr>
          <p:nvPr>
            <p:ph sz="half" idx="1"/>
          </p:nvPr>
        </p:nvSpPr>
        <p:spPr>
          <a:xfrm>
            <a:off x="628650" y="1244602"/>
            <a:ext cx="3810000" cy="4932363"/>
          </a:xfrm>
        </p:spPr>
        <p:txBody>
          <a:bodyPr/>
          <a:lstStyle>
            <a:lvl1pPr>
              <a:defRPr sz="2400"/>
            </a:lvl1pPr>
            <a:lvl3pPr>
              <a:defRPr sz="2000"/>
            </a:lvl3pPr>
            <a:lvl4pPr>
              <a:defRPr sz="1800"/>
            </a:lvl4pPr>
            <a:lvl5pPr>
              <a:defRPr sz="1800"/>
            </a:lvl5pPr>
            <a:lvl6pPr>
              <a:defRPr sz="1800"/>
            </a:lvl6pPr>
          </a:lstStyle>
          <a:p>
            <a:pPr lvl="0" fontAlgn="auto"/>
            <a:r>
              <a:rPr lang="zh-CN" altLang="en-US" strike="noStrike" noProof="1" dirty="0" smtClean="0"/>
              <a:t>单击此处编辑母版文本样式</a:t>
            </a:r>
            <a:endParaRPr lang="zh-CN" altLang="en-US" strike="noStrike" noProof="1" dirty="0" smtClean="0"/>
          </a:p>
          <a:p>
            <a:pPr lvl="2" fontAlgn="auto"/>
            <a:r>
              <a:rPr lang="zh-CN" altLang="en-US" strike="noStrike" noProof="1" dirty="0" smtClean="0"/>
              <a:t>第二级</a:t>
            </a:r>
            <a:endParaRPr lang="zh-CN" altLang="en-US" strike="noStrike" noProof="1" dirty="0" smtClean="0"/>
          </a:p>
          <a:p>
            <a:pPr lvl="3" fontAlgn="auto"/>
            <a:r>
              <a:rPr lang="zh-CN" altLang="en-US" strike="noStrike" noProof="1" dirty="0" smtClean="0"/>
              <a:t>第三级</a:t>
            </a:r>
            <a:endParaRPr lang="zh-CN" altLang="en-US" strike="noStrike" noProof="1" dirty="0" smtClean="0"/>
          </a:p>
          <a:p>
            <a:pPr lvl="4" fontAlgn="auto"/>
            <a:r>
              <a:rPr lang="zh-CN" altLang="en-US" strike="noStrike" noProof="1" dirty="0" smtClean="0"/>
              <a:t>第四级</a:t>
            </a:r>
            <a:endParaRPr lang="zh-CN" altLang="en-US" strike="noStrike" noProof="1" dirty="0" smtClean="0"/>
          </a:p>
          <a:p>
            <a:pPr lvl="5" fontAlgn="auto"/>
            <a:r>
              <a:rPr lang="zh-CN" altLang="en-US" strike="noStrike" noProof="1" dirty="0" smtClean="0"/>
              <a:t>第五级</a:t>
            </a:r>
            <a:endParaRPr lang="zh-CN" altLang="en-US" strike="noStrike" noProof="1" dirty="0"/>
          </a:p>
        </p:txBody>
      </p:sp>
      <p:sp>
        <p:nvSpPr>
          <p:cNvPr id="4" name="KSO_BC2"/>
          <p:cNvSpPr>
            <a:spLocks noGrp="1"/>
          </p:cNvSpPr>
          <p:nvPr>
            <p:ph sz="half" idx="2"/>
          </p:nvPr>
        </p:nvSpPr>
        <p:spPr>
          <a:xfrm>
            <a:off x="4694763" y="1244602"/>
            <a:ext cx="3820587" cy="4932363"/>
          </a:xfrm>
        </p:spPr>
        <p:txBody>
          <a:bodyPr/>
          <a:lstStyle>
            <a:lvl1pPr>
              <a:defRPr sz="2400"/>
            </a:lvl1pPr>
            <a:lvl3pPr>
              <a:defRPr sz="2000"/>
            </a:lvl3pPr>
            <a:lvl4pPr>
              <a:defRPr sz="1800"/>
            </a:lvl4pPr>
            <a:lvl5pPr>
              <a:defRPr sz="1800"/>
            </a:lvl5pPr>
            <a:lvl6pPr>
              <a:defRPr sz="1800"/>
            </a:lvl6pPr>
          </a:lstStyle>
          <a:p>
            <a:pPr lvl="0" fontAlgn="auto"/>
            <a:r>
              <a:rPr lang="zh-CN" altLang="en-US" strike="noStrike" noProof="1" dirty="0" smtClean="0"/>
              <a:t>单击此处编辑母版文本样式</a:t>
            </a:r>
            <a:endParaRPr lang="zh-CN" altLang="en-US" strike="noStrike" noProof="1" dirty="0" smtClean="0"/>
          </a:p>
          <a:p>
            <a:pPr lvl="2" fontAlgn="auto"/>
            <a:r>
              <a:rPr lang="zh-CN" altLang="en-US" strike="noStrike" noProof="1" dirty="0" smtClean="0"/>
              <a:t>第二级</a:t>
            </a:r>
            <a:endParaRPr lang="zh-CN" altLang="en-US" strike="noStrike" noProof="1" dirty="0" smtClean="0"/>
          </a:p>
          <a:p>
            <a:pPr lvl="3" fontAlgn="auto"/>
            <a:r>
              <a:rPr lang="zh-CN" altLang="en-US" strike="noStrike" noProof="1" dirty="0" smtClean="0"/>
              <a:t>第三级</a:t>
            </a:r>
            <a:endParaRPr lang="zh-CN" altLang="en-US" strike="noStrike" noProof="1" dirty="0" smtClean="0"/>
          </a:p>
          <a:p>
            <a:pPr lvl="4" fontAlgn="auto"/>
            <a:r>
              <a:rPr lang="zh-CN" altLang="en-US" strike="noStrike" noProof="1" dirty="0" smtClean="0"/>
              <a:t>第四级</a:t>
            </a:r>
            <a:endParaRPr lang="zh-CN" altLang="en-US" strike="noStrike" noProof="1" dirty="0" smtClean="0"/>
          </a:p>
          <a:p>
            <a:pPr lvl="5" fontAlgn="auto"/>
            <a:r>
              <a:rPr lang="zh-CN" altLang="en-US" strike="noStrike" noProof="1" dirty="0" smtClean="0"/>
              <a:t>第五级</a:t>
            </a:r>
            <a:endParaRPr lang="zh-CN" altLang="en-US" strike="noStrike" noProof="1" dirty="0"/>
          </a:p>
        </p:txBody>
      </p:sp>
      <p:sp>
        <p:nvSpPr>
          <p:cNvPr id="8" name="标题 7"/>
          <p:cNvSpPr>
            <a:spLocks noGrp="1"/>
          </p:cNvSpPr>
          <p:nvPr>
            <p:ph type="title"/>
          </p:nvPr>
        </p:nvSpPr>
        <p:spPr/>
        <p:txBody>
          <a:bodyPr/>
          <a:lstStyle/>
          <a:p>
            <a:pPr fontAlgn="auto"/>
            <a:r>
              <a:rPr lang="zh-CN" altLang="en-US" strike="noStrike" noProof="1" smtClean="0"/>
              <a:t>单击此处编辑母版标题样式</a:t>
            </a:r>
            <a:endParaRPr lang="zh-CN" altLang="en-US" strike="noStrike" noProof="1"/>
          </a:p>
        </p:txBody>
      </p:sp>
      <p:sp>
        <p:nvSpPr>
          <p:cNvPr id="2" name="日期占位符 1"/>
          <p:cNvSpPr>
            <a:spLocks noGrp="1"/>
          </p:cNvSpPr>
          <p:nvPr>
            <p:ph type="dt" sz="half" idx="10"/>
          </p:nvPr>
        </p:nvSpPr>
        <p:spPr/>
        <p:txBody>
          <a:bodyPr/>
          <a:p>
            <a:pPr fontAlgn="base"/>
            <a:fld id="{7B1873A2-D93D-4A0E-B684-E905E95F0B0B}" type="datetimeFigureOut">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0EE969A2-5029-44B4-98D3-0CD658CAAE18}" type="slidenum">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2" y="1681163"/>
            <a:ext cx="3868340" cy="823912"/>
          </a:xfrm>
        </p:spPr>
        <p:txBody>
          <a:bodyPr anchor="b">
            <a:norm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2" y="2505075"/>
            <a:ext cx="3868340" cy="3684588"/>
          </a:xfrm>
        </p:spPr>
        <p:txBody>
          <a:bodyPr/>
          <a:lstStyle>
            <a:lvl1pPr marL="342900" indent="-342900">
              <a:buFont typeface="Arial" panose="020B0604020202020204" pitchFamily="34" charset="0"/>
              <a:buChar char="•"/>
              <a:defRPr/>
            </a:lvl1pPr>
            <a:lvl2pPr marL="685800" indent="-342900">
              <a:buClrTx/>
              <a:buFont typeface="Arial" panose="020B0604020202020204" pitchFamily="34" charset="0"/>
              <a:buChar char="•"/>
              <a:defRPr sz="2000"/>
            </a:lvl2pPr>
            <a:lvl3pPr marL="971550" indent="-285750">
              <a:buFont typeface="Arial" panose="020B0604020202020204" pitchFamily="34" charset="0"/>
              <a:buChar char="•"/>
              <a:defRPr/>
            </a:lvl3pPr>
            <a:lvl4pPr marL="1314450" indent="-285750">
              <a:buFont typeface="Arial" panose="020B0604020202020204" pitchFamily="34" charset="0"/>
              <a:buChar char="•"/>
              <a:defRPr/>
            </a:lvl4pPr>
            <a:lvl5pPr marL="1657350" indent="-285750">
              <a:buFont typeface="Arial" panose="020B0604020202020204" pitchFamily="34" charset="0"/>
              <a:buChar char="•"/>
              <a:defRPr/>
            </a:lvl5pPr>
          </a:lstStyle>
          <a:p>
            <a:pPr lvl="0" fontAlgn="auto"/>
            <a:r>
              <a:rPr lang="zh-CN" altLang="en-US" strike="noStrike" noProof="1" dirty="0" smtClean="0"/>
              <a:t>单击此处编辑母版文本样式</a:t>
            </a:r>
            <a:endParaRPr lang="zh-CN" altLang="en-US" strike="noStrike" noProof="1" dirty="0" smtClean="0"/>
          </a:p>
          <a:p>
            <a:pPr lvl="1" fontAlgn="auto"/>
            <a:r>
              <a:rPr lang="zh-CN" altLang="en-US" strike="noStrike" noProof="1" dirty="0" smtClean="0"/>
              <a:t>第二级</a:t>
            </a:r>
            <a:endParaRPr lang="zh-CN" altLang="en-US" strike="noStrike" noProof="1" dirty="0" smtClean="0"/>
          </a:p>
          <a:p>
            <a:pPr lvl="2" fontAlgn="auto"/>
            <a:r>
              <a:rPr lang="zh-CN" altLang="en-US" strike="noStrike" noProof="1" dirty="0" smtClean="0"/>
              <a:t>第三级</a:t>
            </a:r>
            <a:endParaRPr lang="zh-CN" altLang="en-US" strike="noStrike" noProof="1" dirty="0" smtClean="0"/>
          </a:p>
          <a:p>
            <a:pPr lvl="3" fontAlgn="auto"/>
            <a:r>
              <a:rPr lang="zh-CN" altLang="en-US" strike="noStrike" noProof="1" dirty="0" smtClean="0"/>
              <a:t>第四级</a:t>
            </a:r>
            <a:endParaRPr lang="zh-CN" altLang="en-US" strike="noStrike" noProof="1" dirty="0" smtClean="0"/>
          </a:p>
          <a:p>
            <a:pPr lvl="4" fontAlgn="auto"/>
            <a:r>
              <a:rPr lang="zh-CN" altLang="en-US" strike="noStrike" noProof="1" dirty="0" smtClean="0"/>
              <a:t>第五级</a:t>
            </a:r>
            <a:endParaRPr lang="zh-CN" altLang="en-US" strike="noStrike" noProof="1" dirty="0"/>
          </a:p>
        </p:txBody>
      </p:sp>
      <p:sp>
        <p:nvSpPr>
          <p:cNvPr id="5" name="文本占位符 4"/>
          <p:cNvSpPr>
            <a:spLocks noGrp="1"/>
          </p:cNvSpPr>
          <p:nvPr>
            <p:ph type="body" sz="quarter" idx="3"/>
          </p:nvPr>
        </p:nvSpPr>
        <p:spPr>
          <a:xfrm>
            <a:off x="4629150" y="1681163"/>
            <a:ext cx="3887391" cy="823912"/>
          </a:xfrm>
        </p:spPr>
        <p:txBody>
          <a:bodyPr anchor="b">
            <a:norm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lvl1pPr marL="342900" indent="-342900">
              <a:buFont typeface="Arial" panose="020B0604020202020204" pitchFamily="34" charset="0"/>
              <a:buChar char="•"/>
              <a:defRPr/>
            </a:lvl1pPr>
            <a:lvl2pPr marL="685800" indent="-342900">
              <a:buClrTx/>
              <a:buFont typeface="Arial" panose="020B0604020202020204" pitchFamily="34" charset="0"/>
              <a:buChar char="•"/>
              <a:defRPr sz="2000"/>
            </a:lvl2pPr>
            <a:lvl3pPr marL="971550" indent="-285750">
              <a:buFont typeface="Arial" panose="020B0604020202020204" pitchFamily="34" charset="0"/>
              <a:buChar char="•"/>
              <a:defRPr/>
            </a:lvl3pPr>
            <a:lvl4pPr marL="1314450" indent="-285750">
              <a:buFont typeface="Arial" panose="020B0604020202020204" pitchFamily="34" charset="0"/>
              <a:buChar char="•"/>
              <a:defRPr/>
            </a:lvl4pPr>
            <a:lvl5pPr marL="1657350" indent="-285750">
              <a:buFont typeface="Arial" panose="020B0604020202020204" pitchFamily="34" charset="0"/>
              <a:buChar char="•"/>
              <a:defRPr/>
            </a:lvl5pPr>
          </a:lstStyle>
          <a:p>
            <a:pPr lvl="0" fontAlgn="auto"/>
            <a:r>
              <a:rPr lang="zh-CN" altLang="en-US" strike="noStrike" noProof="1" dirty="0" smtClean="0"/>
              <a:t>单击此处编辑母版文本样式</a:t>
            </a:r>
            <a:endParaRPr lang="zh-CN" altLang="en-US" strike="noStrike" noProof="1" dirty="0" smtClean="0"/>
          </a:p>
          <a:p>
            <a:pPr lvl="1" fontAlgn="auto"/>
            <a:r>
              <a:rPr lang="zh-CN" altLang="en-US" strike="noStrike" noProof="1" dirty="0" smtClean="0"/>
              <a:t>第二级</a:t>
            </a:r>
            <a:endParaRPr lang="zh-CN" altLang="en-US" strike="noStrike" noProof="1" dirty="0" smtClean="0"/>
          </a:p>
          <a:p>
            <a:pPr lvl="2" fontAlgn="auto"/>
            <a:r>
              <a:rPr lang="zh-CN" altLang="en-US" strike="noStrike" noProof="1" dirty="0" smtClean="0"/>
              <a:t>第三级</a:t>
            </a:r>
            <a:endParaRPr lang="zh-CN" altLang="en-US" strike="noStrike" noProof="1" dirty="0" smtClean="0"/>
          </a:p>
          <a:p>
            <a:pPr lvl="3" fontAlgn="auto"/>
            <a:r>
              <a:rPr lang="zh-CN" altLang="en-US" strike="noStrike" noProof="1" dirty="0" smtClean="0"/>
              <a:t>第四级</a:t>
            </a:r>
            <a:endParaRPr lang="zh-CN" altLang="en-US" strike="noStrike" noProof="1" dirty="0" smtClean="0"/>
          </a:p>
          <a:p>
            <a:pPr lvl="4" fontAlgn="auto"/>
            <a:r>
              <a:rPr lang="zh-CN" altLang="en-US" strike="noStrike" noProof="1" dirty="0" smtClean="0"/>
              <a:t>第五级</a:t>
            </a:r>
            <a:endParaRPr lang="zh-CN" altLang="en-US" strike="noStrike" noProof="1" dirty="0"/>
          </a:p>
        </p:txBody>
      </p:sp>
      <p:sp>
        <p:nvSpPr>
          <p:cNvPr id="7" name="日期占位符 6"/>
          <p:cNvSpPr>
            <a:spLocks noGrp="1"/>
          </p:cNvSpPr>
          <p:nvPr>
            <p:ph type="dt" sz="half" idx="10"/>
          </p:nvPr>
        </p:nvSpPr>
        <p:spPr/>
        <p:txBody>
          <a:bodyPr/>
          <a:p>
            <a:pPr fontAlgn="base"/>
            <a:fld id="{7B1873A2-D93D-4A0E-B684-E905E95F0B0B}" type="datetimeFigureOut">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
        <p:nvSpPr>
          <p:cNvPr id="8" name="页脚占位符 7"/>
          <p:cNvSpPr>
            <a:spLocks noGrp="1"/>
          </p:cNvSpPr>
          <p:nvPr>
            <p:ph type="ftr" sz="quarter" idx="11"/>
          </p:nvPr>
        </p:nvSpPr>
        <p:spPr/>
        <p:txBody>
          <a:bodyPr/>
          <a:p>
            <a:pPr fontAlgn="base"/>
            <a:endParaRPr lang="zh-CN" altLang="en-US" strike="noStrike" noProof="1"/>
          </a:p>
        </p:txBody>
      </p:sp>
      <p:sp>
        <p:nvSpPr>
          <p:cNvPr id="9" name="灯片编号占位符 8"/>
          <p:cNvSpPr>
            <a:spLocks noGrp="1"/>
          </p:cNvSpPr>
          <p:nvPr>
            <p:ph type="sldNum" sz="quarter" idx="12"/>
          </p:nvPr>
        </p:nvSpPr>
        <p:spPr/>
        <p:txBody>
          <a:bodyPr/>
          <a:p>
            <a:pPr fontAlgn="base"/>
            <a:fld id="{0EE969A2-5029-44B4-98D3-0CD658CAAE18}" type="slidenum">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a:xfrm>
            <a:off x="2338000" y="2750400"/>
            <a:ext cx="4468000" cy="780200"/>
          </a:xfrm>
        </p:spPr>
        <p:txBody>
          <a:bodyPr lIns="0" tIns="0" rIns="0" bIns="72000">
            <a:noAutofit/>
          </a:bodyPr>
          <a:lstStyle>
            <a:lvl1pPr>
              <a:defRPr sz="2800"/>
            </a:lvl1pPr>
          </a:lstStyle>
          <a:p>
            <a:pPr fontAlgn="auto"/>
            <a:r>
              <a:rPr lang="zh-CN" altLang="en-US" strike="noStrike" noProof="1" smtClean="0"/>
              <a:t>单击此处编辑母版标题样式</a:t>
            </a:r>
            <a:endParaRPr lang="en-US" strike="noStrike" noProof="1" dirty="0"/>
          </a:p>
        </p:txBody>
      </p:sp>
      <p:sp>
        <p:nvSpPr>
          <p:cNvPr id="3" name="日期占位符 2"/>
          <p:cNvSpPr>
            <a:spLocks noGrp="1"/>
          </p:cNvSpPr>
          <p:nvPr>
            <p:ph type="dt" sz="half" idx="10"/>
          </p:nvPr>
        </p:nvSpPr>
        <p:spPr/>
        <p:txBody>
          <a:bodyPr/>
          <a:p>
            <a:pPr fontAlgn="base"/>
            <a:fld id="{7B1873A2-D93D-4A0E-B684-E905E95F0B0B}" type="datetimeFigureOut">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
        <p:nvSpPr>
          <p:cNvPr id="4" name="页脚占位符 3"/>
          <p:cNvSpPr>
            <a:spLocks noGrp="1"/>
          </p:cNvSpPr>
          <p:nvPr>
            <p:ph type="ftr" sz="quarter" idx="11"/>
          </p:nvPr>
        </p:nvSpPr>
        <p:spPr/>
        <p:txBody>
          <a:bodyPr/>
          <a:p>
            <a:pPr fontAlgn="base"/>
            <a:endParaRPr lang="zh-CN" altLang="en-US" strike="noStrike" noProof="1"/>
          </a:p>
        </p:txBody>
      </p:sp>
      <p:sp>
        <p:nvSpPr>
          <p:cNvPr id="5" name="灯片编号占位符 4"/>
          <p:cNvSpPr>
            <a:spLocks noGrp="1"/>
          </p:cNvSpPr>
          <p:nvPr>
            <p:ph type="sldNum" sz="quarter" idx="12"/>
          </p:nvPr>
        </p:nvSpPr>
        <p:spPr/>
        <p:txBody>
          <a:bodyPr/>
          <a:p>
            <a:pPr fontAlgn="base"/>
            <a:fld id="{0EE969A2-5029-44B4-98D3-0CD658CAAE18}" type="slidenum">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fontAlgn="base"/>
            <a:fld id="{7B1873A2-D93D-4A0E-B684-E905E95F0B0B}" type="datetimeFigureOut">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
        <p:nvSpPr>
          <p:cNvPr id="3" name="页脚占位符 2"/>
          <p:cNvSpPr>
            <a:spLocks noGrp="1"/>
          </p:cNvSpPr>
          <p:nvPr>
            <p:ph type="ftr" sz="quarter" idx="11"/>
          </p:nvPr>
        </p:nvSpPr>
        <p:spPr/>
        <p:txBody>
          <a:bodyPr/>
          <a:p>
            <a:pPr fontAlgn="base"/>
            <a:endParaRPr lang="zh-CN" altLang="en-US" strike="noStrike" noProof="1"/>
          </a:p>
        </p:txBody>
      </p:sp>
      <p:sp>
        <p:nvSpPr>
          <p:cNvPr id="4" name="灯片编号占位符 3"/>
          <p:cNvSpPr>
            <a:spLocks noGrp="1"/>
          </p:cNvSpPr>
          <p:nvPr>
            <p:ph type="sldNum" sz="quarter" idx="12"/>
          </p:nvPr>
        </p:nvSpPr>
        <p:spPr/>
        <p:txBody>
          <a:bodyPr/>
          <a:p>
            <a:pPr fontAlgn="base"/>
            <a:fld id="{0EE969A2-5029-44B4-98D3-0CD658CAAE18}" type="slidenum">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E5F1F1"/>
        </a:solidFill>
        <a:effectLst/>
      </p:bgPr>
    </p:bg>
    <p:spTree>
      <p:nvGrpSpPr>
        <p:cNvPr id="1" name=""/>
        <p:cNvGrpSpPr/>
        <p:nvPr/>
      </p:nvGrpSpPr>
      <p:grpSpPr>
        <a:xfrm>
          <a:off x="0" y="0"/>
          <a:ext cx="0" cy="0"/>
          <a:chOff x="0" y="0"/>
          <a:chExt cx="0" cy="0"/>
        </a:xfrm>
      </p:grpSpPr>
      <p:cxnSp>
        <p:nvCxnSpPr>
          <p:cNvPr id="8" name="直接连接符 7"/>
          <p:cNvCxnSpPr/>
          <p:nvPr/>
        </p:nvCxnSpPr>
        <p:spPr>
          <a:xfrm>
            <a:off x="628650" y="954088"/>
            <a:ext cx="7886700" cy="0"/>
          </a:xfrm>
          <a:prstGeom prst="line">
            <a:avLst/>
          </a:prstGeom>
          <a:ln>
            <a:solidFill>
              <a:srgbClr val="311A09"/>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28650" y="2278063"/>
            <a:ext cx="7886700" cy="0"/>
          </a:xfrm>
          <a:prstGeom prst="line">
            <a:avLst/>
          </a:prstGeom>
          <a:ln>
            <a:solidFill>
              <a:srgbClr val="311A09"/>
            </a:solidFill>
          </a:ln>
        </p:spPr>
        <p:style>
          <a:lnRef idx="1">
            <a:schemeClr val="accent1"/>
          </a:lnRef>
          <a:fillRef idx="0">
            <a:schemeClr val="accent1"/>
          </a:fillRef>
          <a:effectRef idx="0">
            <a:schemeClr val="accent1"/>
          </a:effectRef>
          <a:fontRef idx="minor">
            <a:schemeClr val="tx1"/>
          </a:fontRef>
        </p:style>
      </p:cxnSp>
      <p:sp>
        <p:nvSpPr>
          <p:cNvPr id="3" name="KSO_BC1"/>
          <p:cNvSpPr>
            <a:spLocks noGrp="1"/>
          </p:cNvSpPr>
          <p:nvPr>
            <p:ph type="pic" idx="1"/>
          </p:nvPr>
        </p:nvSpPr>
        <p:spPr>
          <a:xfrm>
            <a:off x="630000" y="2432795"/>
            <a:ext cx="7885350" cy="3729971"/>
          </a:xfrm>
        </p:spPr>
        <p:txBody>
          <a:bodyPr anchor="ctr" anchorCtr="0"/>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fontAlgn="auto"/>
            <a:r>
              <a:rPr lang="zh-CN" altLang="en-US" strike="noStrike" noProof="1" smtClean="0"/>
              <a:t>单击图标添加图片</a:t>
            </a:r>
            <a:endParaRPr lang="en-US" strike="noStrike" noProof="1" dirty="0"/>
          </a:p>
        </p:txBody>
      </p:sp>
      <p:sp>
        <p:nvSpPr>
          <p:cNvPr id="4" name="KSO_BC2"/>
          <p:cNvSpPr>
            <a:spLocks noGrp="1"/>
          </p:cNvSpPr>
          <p:nvPr>
            <p:ph type="body" sz="half" idx="2"/>
          </p:nvPr>
        </p:nvSpPr>
        <p:spPr>
          <a:xfrm>
            <a:off x="628200" y="1040400"/>
            <a:ext cx="7887600" cy="1170000"/>
          </a:xfrm>
        </p:spPr>
        <p:txBody>
          <a:bodyPr anchor="ctr" anchorCtr="0">
            <a:normAutofit/>
          </a:bodyPr>
          <a:lstStyle>
            <a:lvl1pPr marL="0" indent="0">
              <a:buNone/>
              <a:defRPr sz="18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fontAlgn="auto"/>
            <a:r>
              <a:rPr lang="zh-CN" altLang="en-US" strike="noStrike" noProof="1" smtClean="0"/>
              <a:t>单击此处编辑母版文本样式</a:t>
            </a:r>
            <a:endParaRPr lang="zh-CN" altLang="en-US" strike="noStrike" noProof="1" smtClean="0"/>
          </a:p>
        </p:txBody>
      </p:sp>
      <p:sp>
        <p:nvSpPr>
          <p:cNvPr id="10" name="标题 9"/>
          <p:cNvSpPr>
            <a:spLocks noGrp="1"/>
          </p:cNvSpPr>
          <p:nvPr>
            <p:ph type="title"/>
          </p:nvPr>
        </p:nvSpPr>
        <p:spPr>
          <a:xfrm>
            <a:off x="628650" y="166056"/>
            <a:ext cx="7886702" cy="719716"/>
          </a:xfrm>
        </p:spPr>
        <p:txBody>
          <a:bodyPr/>
          <a:lstStyle/>
          <a:p>
            <a:pPr fontAlgn="auto"/>
            <a:r>
              <a:rPr lang="zh-CN" altLang="en-US" strike="noStrike" noProof="1" smtClean="0"/>
              <a:t>单击此处编辑母版标题样式</a:t>
            </a:r>
            <a:endParaRPr lang="zh-CN" altLang="en-US" strike="noStrike" noProof="1"/>
          </a:p>
        </p:txBody>
      </p:sp>
      <p:sp>
        <p:nvSpPr>
          <p:cNvPr id="5" name="日期占位符 4"/>
          <p:cNvSpPr>
            <a:spLocks noGrp="1"/>
          </p:cNvSpPr>
          <p:nvPr>
            <p:ph type="dt" sz="half" idx="10"/>
          </p:nvPr>
        </p:nvSpPr>
        <p:spPr>
          <a:xfrm>
            <a:off x="628650" y="6376988"/>
            <a:ext cx="2057400" cy="365125"/>
          </a:xfrm>
          <a:prstGeom prst="rect">
            <a:avLst/>
          </a:prstGeom>
        </p:spPr>
        <p:txBody>
          <a:bodyPr vert="horz" lIns="91440" tIns="45720" rIns="91440" bIns="45720" rtlCol="0" anchor="ctr"/>
          <a:lstStyle/>
          <a:p>
            <a:pPr fontAlgn="base"/>
            <a:fld id="{7B1873A2-D93D-4A0E-B684-E905E95F0B0B}" type="datetimeFigureOut">
              <a:rPr lang="zh-CN" altLang="en-US" noProof="1" smtClean="0">
                <a:latin typeface="Arial" panose="020B0604020202020204" pitchFamily="34" charset="0"/>
                <a:ea typeface="宋体" panose="02010600030101010101" pitchFamily="2" charset="-122"/>
                <a:cs typeface="+mn-ea"/>
              </a:rPr>
            </a:fld>
            <a:endParaRPr lang="zh-CN" altLang="en-US" noProof="1"/>
          </a:p>
        </p:txBody>
      </p:sp>
      <p:sp>
        <p:nvSpPr>
          <p:cNvPr id="6" name="页脚占位符 5"/>
          <p:cNvSpPr>
            <a:spLocks noGrp="1"/>
          </p:cNvSpPr>
          <p:nvPr>
            <p:ph type="ftr" sz="quarter" idx="11"/>
          </p:nvPr>
        </p:nvSpPr>
        <p:spPr>
          <a:xfrm>
            <a:off x="3028950" y="6376988"/>
            <a:ext cx="3086100" cy="365125"/>
          </a:xfrm>
          <a:prstGeom prst="rect">
            <a:avLst/>
          </a:prstGeom>
        </p:spPr>
        <p:txBody>
          <a:bodyPr vert="horz" lIns="91440" tIns="45720" rIns="91440" bIns="45720" rtlCol="0" anchor="ctr"/>
          <a:lstStyle/>
          <a:p>
            <a:pPr fontAlgn="base"/>
            <a:endParaRPr lang="zh-CN" altLang="en-US" noProof="1"/>
          </a:p>
        </p:txBody>
      </p:sp>
      <p:sp>
        <p:nvSpPr>
          <p:cNvPr id="7" name="灯片编号占位符 6"/>
          <p:cNvSpPr>
            <a:spLocks noGrp="1"/>
          </p:cNvSpPr>
          <p:nvPr>
            <p:ph type="sldNum" sz="quarter" idx="12"/>
          </p:nvPr>
        </p:nvSpPr>
        <p:spPr>
          <a:xfrm>
            <a:off x="6457950" y="6376988"/>
            <a:ext cx="2057400" cy="365125"/>
          </a:xfrm>
          <a:prstGeom prst="rect">
            <a:avLst/>
          </a:prstGeom>
        </p:spPr>
        <p:txBody>
          <a:bodyPr vert="horz" lIns="91440" tIns="45720" rIns="91440" bIns="45720" rtlCol="0" anchor="ctr"/>
          <a:lstStyle/>
          <a:p>
            <a:pPr fontAlgn="base"/>
            <a:fld id="{0EE969A2-5029-44B4-98D3-0CD658CAAE18}" type="slidenum">
              <a:rPr lang="zh-CN" altLang="en-US" noProof="1" smtClean="0">
                <a:latin typeface="Arial" panose="020B0604020202020204" pitchFamily="34" charset="0"/>
                <a:ea typeface="宋体" panose="02010600030101010101" pitchFamily="2" charset="-122"/>
                <a:cs typeface="+mn-ea"/>
              </a:rPr>
            </a:fld>
            <a:endParaRPr lang="zh-CN" altLang="en-US"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7627822" y="365124"/>
            <a:ext cx="886883" cy="5845175"/>
          </a:xfrm>
        </p:spPr>
        <p:txBody>
          <a:bodyPr vert="eaVert"/>
          <a:lstStyle/>
          <a:p>
            <a:pPr fontAlgn="auto"/>
            <a:r>
              <a:rPr lang="zh-CN" altLang="en-US" strike="noStrike" noProof="1" smtClean="0"/>
              <a:t>单击此处编辑母版标题样式</a:t>
            </a:r>
            <a:endParaRPr lang="en-US" strike="noStrike" noProof="1" dirty="0"/>
          </a:p>
        </p:txBody>
      </p:sp>
      <p:sp>
        <p:nvSpPr>
          <p:cNvPr id="3" name="KSO_BC1"/>
          <p:cNvSpPr>
            <a:spLocks noGrp="1"/>
          </p:cNvSpPr>
          <p:nvPr>
            <p:ph type="body" orient="vert" idx="1"/>
          </p:nvPr>
        </p:nvSpPr>
        <p:spPr>
          <a:xfrm>
            <a:off x="628650" y="365125"/>
            <a:ext cx="6826250" cy="5845175"/>
          </a:xfrm>
        </p:spPr>
        <p:txBody>
          <a:bodyPr vert="eaVert"/>
          <a:lstStyle>
            <a:lvl1pPr>
              <a:defRPr sz="2400"/>
            </a:lvl1pPr>
            <a:lvl3pPr>
              <a:defRPr sz="2000"/>
            </a:lvl3pPr>
            <a:lvl4pPr>
              <a:defRPr sz="1800"/>
            </a:lvl4pPr>
            <a:lvl5pPr>
              <a:defRPr sz="1800"/>
            </a:lvl5pPr>
            <a:lvl6pPr>
              <a:defRPr sz="1800"/>
            </a:lvl6pPr>
          </a:lstStyle>
          <a:p>
            <a:pPr lvl="0" fontAlgn="auto"/>
            <a:r>
              <a:rPr lang="zh-CN" altLang="en-US" strike="noStrike" noProof="1" dirty="0" smtClean="0"/>
              <a:t>单击此处编辑母版文本样式</a:t>
            </a:r>
            <a:endParaRPr lang="zh-CN" altLang="en-US" strike="noStrike" noProof="1" dirty="0" smtClean="0"/>
          </a:p>
          <a:p>
            <a:pPr lvl="2" fontAlgn="auto"/>
            <a:r>
              <a:rPr lang="zh-CN" altLang="en-US" strike="noStrike" noProof="1" dirty="0" smtClean="0"/>
              <a:t>第二级</a:t>
            </a:r>
            <a:endParaRPr lang="zh-CN" altLang="en-US" strike="noStrike" noProof="1" dirty="0" smtClean="0"/>
          </a:p>
          <a:p>
            <a:pPr lvl="3" fontAlgn="auto"/>
            <a:r>
              <a:rPr lang="zh-CN" altLang="en-US" strike="noStrike" noProof="1" dirty="0" smtClean="0"/>
              <a:t>第三级</a:t>
            </a:r>
            <a:endParaRPr lang="zh-CN" altLang="en-US" strike="noStrike" noProof="1" dirty="0" smtClean="0"/>
          </a:p>
          <a:p>
            <a:pPr lvl="4" fontAlgn="auto"/>
            <a:r>
              <a:rPr lang="zh-CN" altLang="en-US" strike="noStrike" noProof="1" dirty="0" smtClean="0"/>
              <a:t>第四级</a:t>
            </a:r>
            <a:endParaRPr lang="zh-CN" altLang="en-US" strike="noStrike" noProof="1" dirty="0" smtClean="0"/>
          </a:p>
          <a:p>
            <a:pPr lvl="5" fontAlgn="auto"/>
            <a:r>
              <a:rPr lang="zh-CN" altLang="en-US" strike="noStrike" noProof="1" dirty="0" smtClean="0"/>
              <a:t>第五级</a:t>
            </a:r>
            <a:endParaRPr lang="zh-CN" altLang="en-US" strike="noStrike" noProof="1" dirty="0"/>
          </a:p>
        </p:txBody>
      </p:sp>
      <p:sp>
        <p:nvSpPr>
          <p:cNvPr id="4" name="日期占位符 3"/>
          <p:cNvSpPr>
            <a:spLocks noGrp="1"/>
          </p:cNvSpPr>
          <p:nvPr>
            <p:ph type="dt" sz="half" idx="10"/>
          </p:nvPr>
        </p:nvSpPr>
        <p:spPr/>
        <p:txBody>
          <a:bodyPr/>
          <a:p>
            <a:pPr fontAlgn="base"/>
            <a:fld id="{7B1873A2-D93D-4A0E-B684-E905E95F0B0B}" type="datetimeFigureOut">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0EE969A2-5029-44B4-98D3-0CD658CAAE18}" type="slidenum">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628649" y="265113"/>
            <a:ext cx="7886701" cy="5995987"/>
          </a:xfrm>
        </p:spPr>
        <p:txBody>
          <a:bodyPr/>
          <a:lstStyle>
            <a:lvl1pPr>
              <a:defRPr sz="2400"/>
            </a:lvl1pPr>
            <a:lvl2pPr marL="257175" indent="-257175">
              <a:spcAft>
                <a:spcPts val="0"/>
              </a:spcAft>
              <a:buClrTx/>
              <a:buFont typeface="Arial" panose="020B0604020202020204" pitchFamily="34" charset="0"/>
              <a:buChar char="•"/>
              <a:defRPr/>
            </a:lvl2pPr>
            <a:lvl3pPr>
              <a:defRPr sz="2000"/>
            </a:lvl3pPr>
            <a:lvl4pPr>
              <a:defRPr sz="1800"/>
            </a:lvl4pPr>
            <a:lvl5pPr>
              <a:defRPr sz="1800"/>
            </a:lvl5pPr>
            <a:lvl6pPr>
              <a:defRPr sz="1800"/>
            </a:lvl6pPr>
          </a:lstStyle>
          <a:p>
            <a:pPr lvl="0" fontAlgn="auto"/>
            <a:r>
              <a:rPr lang="zh-CN" altLang="en-US" strike="noStrike" noProof="1" dirty="0" smtClean="0"/>
              <a:t>单击此处编辑母版文本样式</a:t>
            </a:r>
            <a:endParaRPr lang="zh-CN" altLang="en-US" strike="noStrike" noProof="1" dirty="0" smtClean="0"/>
          </a:p>
          <a:p>
            <a:pPr lvl="2" fontAlgn="auto"/>
            <a:r>
              <a:rPr lang="zh-CN" altLang="en-US" strike="noStrike" noProof="1" dirty="0" smtClean="0"/>
              <a:t>第二级</a:t>
            </a:r>
            <a:endParaRPr lang="zh-CN" altLang="en-US" strike="noStrike" noProof="1" dirty="0" smtClean="0"/>
          </a:p>
          <a:p>
            <a:pPr lvl="3" fontAlgn="auto"/>
            <a:r>
              <a:rPr lang="zh-CN" altLang="en-US" strike="noStrike" noProof="1" dirty="0" smtClean="0"/>
              <a:t>第三级</a:t>
            </a:r>
            <a:endParaRPr lang="zh-CN" altLang="en-US" strike="noStrike" noProof="1" dirty="0" smtClean="0"/>
          </a:p>
          <a:p>
            <a:pPr lvl="4" fontAlgn="auto"/>
            <a:r>
              <a:rPr lang="zh-CN" altLang="en-US" strike="noStrike" noProof="1" dirty="0" smtClean="0"/>
              <a:t>第四级</a:t>
            </a:r>
            <a:endParaRPr lang="zh-CN" altLang="en-US" strike="noStrike" noProof="1" dirty="0" smtClean="0"/>
          </a:p>
          <a:p>
            <a:pPr lvl="5" fontAlgn="auto"/>
            <a:r>
              <a:rPr lang="zh-CN" altLang="en-US" strike="noStrike" noProof="1" dirty="0" smtClean="0"/>
              <a:t>第五级</a:t>
            </a:r>
            <a:endParaRPr lang="zh-CN" altLang="en-US" strike="noStrike" noProof="1" dirty="0"/>
          </a:p>
        </p:txBody>
      </p:sp>
      <p:sp>
        <p:nvSpPr>
          <p:cNvPr id="2" name="日期占位符 1"/>
          <p:cNvSpPr>
            <a:spLocks noGrp="1"/>
          </p:cNvSpPr>
          <p:nvPr>
            <p:ph type="dt" sz="half" idx="14"/>
          </p:nvPr>
        </p:nvSpPr>
        <p:spPr/>
        <p:txBody>
          <a:bodyPr/>
          <a:p>
            <a:pPr fontAlgn="base"/>
            <a:fld id="{7B1873A2-D93D-4A0E-B684-E905E95F0B0B}" type="datetimeFigureOut">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
        <p:nvSpPr>
          <p:cNvPr id="3" name="页脚占位符 2"/>
          <p:cNvSpPr>
            <a:spLocks noGrp="1"/>
          </p:cNvSpPr>
          <p:nvPr>
            <p:ph type="ftr" sz="quarter" idx="15"/>
          </p:nvPr>
        </p:nvSpPr>
        <p:spPr/>
        <p:txBody>
          <a:bodyPr/>
          <a:p>
            <a:pPr fontAlgn="base"/>
            <a:endParaRPr lang="zh-CN" altLang="en-US" strike="noStrike" noProof="1"/>
          </a:p>
        </p:txBody>
      </p:sp>
      <p:sp>
        <p:nvSpPr>
          <p:cNvPr id="4" name="灯片编号占位符 3"/>
          <p:cNvSpPr>
            <a:spLocks noGrp="1"/>
          </p:cNvSpPr>
          <p:nvPr>
            <p:ph type="sldNum" sz="quarter" idx="16"/>
          </p:nvPr>
        </p:nvSpPr>
        <p:spPr/>
        <p:txBody>
          <a:bodyPr/>
          <a:p>
            <a:pPr fontAlgn="base"/>
            <a:fld id="{0EE969A2-5029-44B4-98D3-0CD658CAAE18}" type="slidenum">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5F1F1"/>
        </a:solidFill>
        <a:effectLst/>
      </p:bgPr>
    </p:bg>
    <p:spTree>
      <p:nvGrpSpPr>
        <p:cNvPr id="1" name=""/>
        <p:cNvGrpSpPr/>
        <p:nvPr/>
      </p:nvGrpSpPr>
      <p:grpSpPr/>
      <p:sp>
        <p:nvSpPr>
          <p:cNvPr id="3" name="KSO_BC1"/>
          <p:cNvSpPr>
            <a:spLocks noGrp="1"/>
          </p:cNvSpPr>
          <p:nvPr>
            <p:ph type="body" idx="1"/>
          </p:nvPr>
        </p:nvSpPr>
        <p:spPr>
          <a:xfrm>
            <a:off x="628650" y="1120775"/>
            <a:ext cx="7886700" cy="5178425"/>
          </a:xfrm>
          <a:prstGeom prst="rect">
            <a:avLst/>
          </a:prstGeom>
        </p:spPr>
        <p:txBody>
          <a:bodyPr vert="horz" lIns="91440" tIns="45720" rIns="91440" bIns="45720" rtlCol="0">
            <a:normAutofit/>
          </a:bodyPr>
          <a:lstStyle/>
          <a:p>
            <a:pPr lvl="0" fontAlgn="auto"/>
            <a:r>
              <a:rPr lang="zh-CN" altLang="en-US" strike="noStrike" noProof="1" dirty="0" smtClean="0"/>
              <a:t>单击此处编辑母版文本样式</a:t>
            </a:r>
            <a:endParaRPr lang="zh-CN" altLang="en-US" strike="noStrike" noProof="1" dirty="0" smtClean="0"/>
          </a:p>
          <a:p>
            <a:pPr lvl="2" fontAlgn="auto"/>
            <a:r>
              <a:rPr lang="zh-CN" altLang="en-US" strike="noStrike" noProof="1" dirty="0" smtClean="0"/>
              <a:t>第二级</a:t>
            </a:r>
            <a:endParaRPr lang="zh-CN" altLang="en-US" strike="noStrike" noProof="1" dirty="0" smtClean="0"/>
          </a:p>
          <a:p>
            <a:pPr lvl="3" fontAlgn="auto"/>
            <a:r>
              <a:rPr lang="zh-CN" altLang="en-US" strike="noStrike" noProof="1" dirty="0" smtClean="0"/>
              <a:t>第三级</a:t>
            </a:r>
            <a:endParaRPr lang="zh-CN" altLang="en-US" strike="noStrike" noProof="1" dirty="0" smtClean="0"/>
          </a:p>
          <a:p>
            <a:pPr lvl="4" fontAlgn="auto"/>
            <a:r>
              <a:rPr lang="zh-CN" altLang="en-US" strike="noStrike" noProof="1" dirty="0" smtClean="0"/>
              <a:t>第四级</a:t>
            </a:r>
            <a:endParaRPr lang="zh-CN" altLang="en-US" strike="noStrike" noProof="1" dirty="0" smtClean="0"/>
          </a:p>
          <a:p>
            <a:pPr lvl="5" fontAlgn="auto"/>
            <a:r>
              <a:rPr lang="zh-CN" altLang="en-US" strike="noStrike" noProof="1" dirty="0" smtClean="0"/>
              <a:t>第五级</a:t>
            </a:r>
            <a:endParaRPr lang="zh-CN" altLang="en-US" strike="noStrike" noProof="1" dirty="0"/>
          </a:p>
        </p:txBody>
      </p:sp>
      <p:sp>
        <p:nvSpPr>
          <p:cNvPr id="2" name="KSO_BT1"/>
          <p:cNvSpPr>
            <a:spLocks noGrp="1"/>
          </p:cNvSpPr>
          <p:nvPr>
            <p:ph type="title"/>
          </p:nvPr>
        </p:nvSpPr>
        <p:spPr>
          <a:xfrm>
            <a:off x="628650" y="166688"/>
            <a:ext cx="7886700" cy="838200"/>
          </a:xfrm>
          <a:prstGeom prst="rect">
            <a:avLst/>
          </a:prstGeom>
          <a:effectLst>
            <a:glow rad="139700">
              <a:schemeClr val="accent2">
                <a:satMod val="175000"/>
                <a:alpha val="40000"/>
              </a:schemeClr>
            </a:glow>
          </a:effectLst>
        </p:spPr>
        <p:txBody>
          <a:bodyPr vert="horz" lIns="91440" tIns="45720" rIns="91440" bIns="45720" rtlCol="0" anchor="ctr">
            <a:normAutofit/>
          </a:bodyPr>
          <a:lstStyle/>
          <a:p>
            <a:pPr fontAlgn="auto"/>
            <a:r>
              <a:rPr lang="zh-CN" altLang="en-US" strike="noStrike" noProof="1" dirty="0" smtClean="0"/>
              <a:t>单击此处编辑母版标题样式</a:t>
            </a:r>
            <a:endParaRPr lang="en-US" strike="noStrike" noProof="1" dirty="0"/>
          </a:p>
        </p:txBody>
      </p:sp>
      <p:sp>
        <p:nvSpPr>
          <p:cNvPr id="4" name="日期占位符 3"/>
          <p:cNvSpPr>
            <a:spLocks noGrp="1"/>
          </p:cNvSpPr>
          <p:nvPr>
            <p:ph type="dt" sz="half" idx="2"/>
          </p:nvPr>
        </p:nvSpPr>
        <p:spPr>
          <a:xfrm>
            <a:off x="628650" y="6376988"/>
            <a:ext cx="2057400" cy="365125"/>
          </a:xfrm>
          <a:prstGeom prst="rect">
            <a:avLst/>
          </a:prstGeom>
        </p:spPr>
        <p:txBody>
          <a:bodyPr vert="horz" lIns="91440" tIns="45720" rIns="91440" bIns="45720" rtlCol="0" anchor="ctr"/>
          <a:lstStyle>
            <a:lvl1pPr algn="l">
              <a:defRPr sz="1200">
                <a:solidFill>
                  <a:schemeClr val="tx1"/>
                </a:solidFill>
              </a:defRPr>
            </a:lvl1pPr>
          </a:lstStyle>
          <a:p>
            <a:pPr fontAlgn="base"/>
            <a:fld id="{7B1873A2-D93D-4A0E-B684-E905E95F0B0B}" type="datetimeFigureOut">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
        <p:nvSpPr>
          <p:cNvPr id="5" name="页脚占位符 4"/>
          <p:cNvSpPr>
            <a:spLocks noGrp="1"/>
          </p:cNvSpPr>
          <p:nvPr>
            <p:ph type="ftr" sz="quarter" idx="3"/>
          </p:nvPr>
        </p:nvSpPr>
        <p:spPr>
          <a:xfrm>
            <a:off x="3028950" y="6376988"/>
            <a:ext cx="3086100" cy="365125"/>
          </a:xfrm>
          <a:prstGeom prst="rect">
            <a:avLst/>
          </a:prstGeom>
        </p:spPr>
        <p:txBody>
          <a:bodyPr vert="horz" lIns="91440" tIns="45720" rIns="91440" bIns="45720" rtlCol="0" anchor="ctr"/>
          <a:lstStyle>
            <a:lvl1pPr algn="ctr">
              <a:defRPr sz="1200">
                <a:solidFill>
                  <a:schemeClr val="tx1"/>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6457950" y="6376988"/>
            <a:ext cx="2057400" cy="365125"/>
          </a:xfrm>
          <a:prstGeom prst="rect">
            <a:avLst/>
          </a:prstGeom>
        </p:spPr>
        <p:txBody>
          <a:bodyPr vert="horz" lIns="91440" tIns="45720" rIns="91440" bIns="45720" rtlCol="0" anchor="ctr"/>
          <a:lstStyle>
            <a:lvl1pPr algn="r">
              <a:defRPr sz="1200">
                <a:solidFill>
                  <a:schemeClr val="tx1"/>
                </a:solidFill>
              </a:defRPr>
            </a:lvl1pPr>
          </a:lstStyle>
          <a:p>
            <a:pPr fontAlgn="base"/>
            <a:fld id="{0EE969A2-5029-44B4-98D3-0CD658CAAE18}" type="slidenum">
              <a:rPr lang="zh-CN" altLang="en-US" strike="noStrike" noProof="1" smtClean="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l" defTabSz="514350" rtl="0" eaLnBrk="1" latinLnBrk="0" hangingPunct="1">
        <a:lnSpc>
          <a:spcPct val="90000"/>
        </a:lnSpc>
        <a:spcBef>
          <a:spcPct val="0"/>
        </a:spcBef>
        <a:buNone/>
        <a:defRPr sz="2800" b="1" i="0" kern="1200" baseline="0">
          <a:solidFill>
            <a:schemeClr val="accent1">
              <a:lumMod val="75000"/>
            </a:schemeClr>
          </a:solidFill>
          <a:effectLst/>
          <a:latin typeface="+mj-lt"/>
          <a:ea typeface="+mj-ea"/>
          <a:cs typeface="+mj-cs"/>
        </a:defRPr>
      </a:lvl1pPr>
    </p:titleStyle>
    <p:bodyStyle>
      <a:lvl1pPr marL="271780" indent="-271780" algn="just" defTabSz="514350" rtl="0" eaLnBrk="1" latinLnBrk="0" hangingPunct="1">
        <a:lnSpc>
          <a:spcPct val="110000"/>
        </a:lnSpc>
        <a:spcBef>
          <a:spcPts val="900"/>
        </a:spcBef>
        <a:spcAft>
          <a:spcPts val="0"/>
        </a:spcAft>
        <a:buClr>
          <a:schemeClr val="accent1"/>
        </a:buClr>
        <a:buSzPct val="80000"/>
        <a:buFont typeface="Webdings" panose="05030102010509060703" pitchFamily="18" charset="2"/>
        <a:buChar char="Ù"/>
        <a:defRPr lang="zh-CN" altLang="en-US" sz="2400" b="0" kern="1200" baseline="0" dirty="0" smtClean="0">
          <a:solidFill>
            <a:schemeClr val="tx1"/>
          </a:solidFill>
          <a:latin typeface="+mn-lt"/>
          <a:ea typeface="+mn-ea"/>
          <a:cs typeface="+mn-cs"/>
        </a:defRPr>
      </a:lvl1pPr>
      <a:lvl2pPr marL="0" indent="0" algn="just" defTabSz="514350" rtl="0" eaLnBrk="1" latinLnBrk="0" hangingPunct="1">
        <a:lnSpc>
          <a:spcPct val="120000"/>
        </a:lnSpc>
        <a:spcBef>
          <a:spcPts val="0"/>
        </a:spcBef>
        <a:spcAft>
          <a:spcPts val="900"/>
        </a:spcAft>
        <a:buClr>
          <a:schemeClr val="accent2">
            <a:lumMod val="60000"/>
            <a:lumOff val="40000"/>
          </a:schemeClr>
        </a:buClr>
        <a:buFont typeface="幼圆" panose="02010509060101010101" pitchFamily="49" charset="-122"/>
        <a:buNone/>
        <a:defRPr sz="1500" b="0" kern="1200" baseline="0">
          <a:solidFill>
            <a:schemeClr val="tx1"/>
          </a:solidFill>
          <a:latin typeface="+mn-lt"/>
          <a:ea typeface="+mn-ea"/>
          <a:cs typeface="+mn-cs"/>
        </a:defRPr>
      </a:lvl2pPr>
      <a:lvl3pPr marL="643255" indent="-128905" algn="l" defTabSz="514350" rtl="0" eaLnBrk="1" latinLnBrk="0" hangingPunct="1">
        <a:lnSpc>
          <a:spcPct val="90000"/>
        </a:lnSpc>
        <a:spcBef>
          <a:spcPts val="280"/>
        </a:spcBef>
        <a:buFont typeface="Arial" panose="020B0604020202020204" pitchFamily="34" charset="0"/>
        <a:buChar char="•"/>
        <a:defRPr sz="2000" kern="1200">
          <a:solidFill>
            <a:schemeClr val="tx1"/>
          </a:solidFill>
          <a:latin typeface="+mn-lt"/>
          <a:ea typeface="+mn-ea"/>
          <a:cs typeface="+mn-cs"/>
        </a:defRPr>
      </a:lvl3pPr>
      <a:lvl4pPr marL="900430" indent="-128905" algn="l" defTabSz="514350" rtl="0" eaLnBrk="1" latinLnBrk="0" hangingPunct="1">
        <a:lnSpc>
          <a:spcPct val="90000"/>
        </a:lnSpc>
        <a:spcBef>
          <a:spcPts val="280"/>
        </a:spcBef>
        <a:buFont typeface="Arial" panose="020B0604020202020204" pitchFamily="34" charset="0"/>
        <a:buChar char="•"/>
        <a:defRPr sz="1800" kern="1200">
          <a:solidFill>
            <a:schemeClr val="tx1"/>
          </a:solidFill>
          <a:latin typeface="+mn-lt"/>
          <a:ea typeface="+mn-ea"/>
          <a:cs typeface="+mn-cs"/>
        </a:defRPr>
      </a:lvl4pPr>
      <a:lvl5pPr marL="1157605" indent="-128905" algn="l" defTabSz="514350" rtl="0" eaLnBrk="1" latinLnBrk="0" hangingPunct="1">
        <a:lnSpc>
          <a:spcPct val="90000"/>
        </a:lnSpc>
        <a:spcBef>
          <a:spcPts val="280"/>
        </a:spcBef>
        <a:buFont typeface="Arial" panose="020B0604020202020204" pitchFamily="34" charset="0"/>
        <a:buChar char="•"/>
        <a:defRPr sz="1800" kern="1200">
          <a:solidFill>
            <a:schemeClr val="tx1"/>
          </a:solidFill>
          <a:latin typeface="+mn-lt"/>
          <a:ea typeface="+mn-ea"/>
          <a:cs typeface="+mn-cs"/>
        </a:defRPr>
      </a:lvl5pPr>
      <a:lvl6pPr marL="1414780" indent="-128905" algn="l" defTabSz="514350" rtl="0" eaLnBrk="1" latinLnBrk="0" hangingPunct="1">
        <a:lnSpc>
          <a:spcPct val="90000"/>
        </a:lnSpc>
        <a:spcBef>
          <a:spcPts val="280"/>
        </a:spcBef>
        <a:buFont typeface="Arial" panose="020B0604020202020204" pitchFamily="34" charset="0"/>
        <a:buChar char="•"/>
        <a:defRPr sz="1800"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2056765" y="1932304"/>
            <a:ext cx="5132705" cy="1679575"/>
          </a:xfrm>
          <a:prstGeom prst="rect">
            <a:avLst/>
          </a:prstGeom>
          <a:effectLst>
            <a:glow rad="139700">
              <a:srgbClr val="00AEEF">
                <a:satMod val="175000"/>
                <a:alpha val="40000"/>
              </a:srgbClr>
            </a:glow>
          </a:effectLst>
        </p:spPr>
        <p:txBody>
          <a:bodyPr vert="horz" lIns="91440" tIns="45720" rIns="91440" bIns="45720" rtlCol="0" anchor="b">
            <a:normAutofit fontScale="80000"/>
          </a:bodyPr>
          <a:lstStyle>
            <a:lvl1pPr algn="ctr" defTabSz="514350" rtl="0" eaLnBrk="1" latinLnBrk="0" hangingPunct="1">
              <a:lnSpc>
                <a:spcPct val="90000"/>
              </a:lnSpc>
              <a:spcBef>
                <a:spcPct val="0"/>
              </a:spcBef>
              <a:buNone/>
              <a:defRPr sz="2800" b="1" i="0" kern="1200" baseline="0">
                <a:solidFill>
                  <a:srgbClr val="853689"/>
                </a:solidFill>
                <a:effectLst/>
                <a:latin typeface="Arial" panose="020B0604020202020204" pitchFamily="34" charset="0"/>
                <a:ea typeface="黑体" panose="02010609060101010101" charset="-122"/>
                <a:cs typeface="+mn-ea"/>
              </a:defRPr>
            </a:lvl1pPr>
          </a:lstStyle>
          <a:p>
            <a:pPr fontAlgn="base">
              <a:lnSpc>
                <a:spcPct val="110000"/>
              </a:lnSpc>
            </a:pPr>
            <a:r>
              <a:rPr lang="zh-CN" sz="7200" strike="noStrike" noProof="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rPr>
              <a:t>线性筛质数</a:t>
            </a:r>
            <a:br>
              <a:rPr lang="zh-CN" sz="4400" strike="noStrike" noProof="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rPr>
            </a:br>
            <a:endParaRPr lang="zh-CN" sz="4400" strike="noStrike" noProof="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4795" y="189865"/>
            <a:ext cx="7075805" cy="487680"/>
          </a:xfrm>
          <a:prstGeom prst="rect">
            <a:avLst/>
          </a:prstGeom>
          <a:noFill/>
        </p:spPr>
        <p:txBody>
          <a:bodyPr wrap="square" rtlCol="0">
            <a:spAutoFit/>
          </a:bodyPr>
          <a:p>
            <a:pPr algn="l">
              <a:lnSpc>
                <a:spcPct val="130000"/>
              </a:lnSpc>
            </a:pPr>
            <a:r>
              <a:rPr lang="zh-CN" sz="2000" b="1" dirty="0" smtClean="0">
                <a:solidFill>
                  <a:schemeClr val="accent4">
                    <a:lumMod val="75000"/>
                  </a:schemeClr>
                </a:solidFill>
                <a:latin typeface="Arial" panose="020B0604020202020204" pitchFamily="34" charset="0"/>
                <a:ea typeface="微软雅黑" panose="020B0503020204020204" pitchFamily="34" charset="-122"/>
              </a:rPr>
              <a:t>质数的普通筛法</a:t>
            </a:r>
            <a:r>
              <a:rPr lang="en-US" altLang="zh-CN" sz="2000" b="1" dirty="0" smtClean="0">
                <a:solidFill>
                  <a:schemeClr val="accent4">
                    <a:lumMod val="75000"/>
                  </a:schemeClr>
                </a:solidFill>
                <a:latin typeface="Arial" panose="020B0604020202020204" pitchFamily="34" charset="0"/>
                <a:ea typeface="微软雅黑" panose="020B0503020204020204" pitchFamily="34" charset="-122"/>
              </a:rPr>
              <a:t>(Eratosthenes</a:t>
            </a:r>
            <a:r>
              <a:rPr lang="zh-CN" altLang="en-US" sz="2000" b="1" dirty="0" smtClean="0">
                <a:solidFill>
                  <a:schemeClr val="accent4">
                    <a:lumMod val="75000"/>
                  </a:schemeClr>
                </a:solidFill>
                <a:latin typeface="Arial" panose="020B0604020202020204" pitchFamily="34" charset="0"/>
                <a:ea typeface="微软雅黑" panose="020B0503020204020204" pitchFamily="34" charset="-122"/>
              </a:rPr>
              <a:t>筛法</a:t>
            </a:r>
            <a:r>
              <a:rPr lang="en-US" altLang="zh-CN" sz="2000" b="1" dirty="0" smtClean="0">
                <a:solidFill>
                  <a:schemeClr val="accent4">
                    <a:lumMod val="75000"/>
                  </a:schemeClr>
                </a:solidFill>
                <a:latin typeface="Arial" panose="020B0604020202020204" pitchFamily="34" charset="0"/>
                <a:ea typeface="微软雅黑" panose="020B0503020204020204" pitchFamily="34" charset="-122"/>
              </a:rPr>
              <a:t>)</a:t>
            </a:r>
            <a:endParaRPr lang="en-US" altLang="zh-CN" sz="2000" b="1" dirty="0" smtClean="0">
              <a:solidFill>
                <a:schemeClr val="accent4">
                  <a:lumMod val="75000"/>
                </a:schemeClr>
              </a:solidFill>
              <a:latin typeface="Arial" panose="020B0604020202020204" pitchFamily="34" charset="0"/>
              <a:ea typeface="微软雅黑" panose="020B0503020204020204" pitchFamily="34" charset="-122"/>
            </a:endParaRPr>
          </a:p>
        </p:txBody>
      </p:sp>
      <p:sp>
        <p:nvSpPr>
          <p:cNvPr id="3" name="文本框 2"/>
          <p:cNvSpPr txBox="1"/>
          <p:nvPr/>
        </p:nvSpPr>
        <p:spPr>
          <a:xfrm>
            <a:off x="264795" y="797560"/>
            <a:ext cx="8775700" cy="4210685"/>
          </a:xfrm>
          <a:prstGeom prst="rect">
            <a:avLst/>
          </a:prstGeom>
          <a:noFill/>
          <a:ln>
            <a:solidFill>
              <a:schemeClr val="bg1">
                <a:lumMod val="50000"/>
              </a:schemeClr>
            </a:solidFill>
          </a:ln>
        </p:spPr>
        <p:txBody>
          <a:bodyPr wrap="square" rtlCol="0">
            <a:spAutoFit/>
          </a:bodyPr>
          <a:p>
            <a:pPr>
              <a:lnSpc>
                <a:spcPct val="130000"/>
              </a:lnSpc>
            </a:pPr>
            <a:r>
              <a:rPr sz="1600" dirty="0" smtClean="0">
                <a:latin typeface="微软雅黑 Light" panose="020B0502040204020203" charset="-122"/>
                <a:ea typeface="微软雅黑 Light" panose="020B0502040204020203" charset="-122"/>
              </a:rPr>
              <a:t>const int MAXN = </a:t>
            </a:r>
            <a:r>
              <a:rPr lang="en-US" sz="1600" dirty="0" smtClean="0">
                <a:latin typeface="微软雅黑 Light" panose="020B0502040204020203" charset="-122"/>
                <a:ea typeface="微软雅黑 Light" panose="020B0502040204020203" charset="-122"/>
              </a:rPr>
              <a:t>1</a:t>
            </a:r>
            <a:r>
              <a:rPr sz="1600" dirty="0" smtClean="0">
                <a:latin typeface="微软雅黑 Light" panose="020B0502040204020203" charset="-122"/>
                <a:ea typeface="微软雅黑 Light" panose="020B0502040204020203" charset="-122"/>
              </a:rPr>
              <a:t>0</a:t>
            </a:r>
            <a:r>
              <a:rPr lang="en-US" sz="1600" dirty="0" smtClean="0">
                <a:latin typeface="微软雅黑 Light" panose="020B0502040204020203" charset="-122"/>
                <a:ea typeface="微软雅黑 Light" panose="020B0502040204020203" charset="-122"/>
              </a:rPr>
              <a:t>0</a:t>
            </a:r>
            <a:r>
              <a:rPr sz="1600" dirty="0" smtClean="0">
                <a:latin typeface="微软雅黑 Light" panose="020B0502040204020203" charset="-122"/>
                <a:ea typeface="微软雅黑 Light" panose="020B0502040204020203" charset="-122"/>
              </a:rPr>
              <a:t>000；                                    </a:t>
            </a:r>
            <a:r>
              <a:rPr lang="en-US" sz="1600" dirty="0" smtClean="0">
                <a:solidFill>
                  <a:srgbClr val="0070C0"/>
                </a:solidFill>
                <a:latin typeface="微软雅黑 Light" panose="020B0502040204020203" charset="-122"/>
                <a:ea typeface="微软雅黑 Light" panose="020B0502040204020203" charset="-122"/>
              </a:rPr>
              <a:t>//</a:t>
            </a:r>
            <a:r>
              <a:rPr lang="zh-CN" altLang="en-US" sz="1600" dirty="0" smtClean="0">
                <a:solidFill>
                  <a:srgbClr val="0070C0"/>
                </a:solidFill>
                <a:latin typeface="微软雅黑 Light" panose="020B0502040204020203" charset="-122"/>
                <a:ea typeface="微软雅黑 Light" panose="020B0502040204020203" charset="-122"/>
              </a:rPr>
              <a:t>筛</a:t>
            </a:r>
            <a:r>
              <a:rPr lang="en-US" altLang="zh-CN" sz="1600" dirty="0" smtClean="0">
                <a:solidFill>
                  <a:srgbClr val="0070C0"/>
                </a:solidFill>
                <a:latin typeface="微软雅黑 Light" panose="020B0502040204020203" charset="-122"/>
                <a:ea typeface="微软雅黑 Light" panose="020B0502040204020203" charset="-122"/>
              </a:rPr>
              <a:t>100000</a:t>
            </a:r>
            <a:r>
              <a:rPr lang="zh-CN" altLang="en-US" sz="1600" dirty="0" smtClean="0">
                <a:solidFill>
                  <a:srgbClr val="0070C0"/>
                </a:solidFill>
                <a:latin typeface="微软雅黑 Light" panose="020B0502040204020203" charset="-122"/>
                <a:ea typeface="微软雅黑 Light" panose="020B0502040204020203" charset="-122"/>
              </a:rPr>
              <a:t>以内的质数</a:t>
            </a:r>
            <a:endParaRPr lang="zh-CN" altLang="en-US" sz="1600" dirty="0" smtClean="0">
              <a:solidFill>
                <a:srgbClr val="0070C0"/>
              </a:solidFill>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void </a:t>
            </a:r>
            <a:r>
              <a:rPr lang="en-US" sz="1600" dirty="0" smtClean="0">
                <a:latin typeface="微软雅黑 Light" panose="020B0502040204020203" charset="-122"/>
                <a:ea typeface="微软雅黑 Light" panose="020B0502040204020203" charset="-122"/>
              </a:rPr>
              <a:t>get</a:t>
            </a:r>
            <a:r>
              <a:rPr sz="1600" dirty="0" smtClean="0">
                <a:latin typeface="微软雅黑 Light" panose="020B0502040204020203" charset="-122"/>
                <a:ea typeface="微软雅黑 Light" panose="020B0502040204020203" charset="-122"/>
              </a:rPr>
              <a:t>Prime()                         </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int i, j</a:t>
            </a:r>
            <a:r>
              <a:rPr lang="en-US" sz="1600" dirty="0" smtClean="0">
                <a:latin typeface="微软雅黑 Light" panose="020B0502040204020203" charset="-122"/>
                <a:ea typeface="微软雅黑 Light" panose="020B0502040204020203" charset="-122"/>
              </a:rPr>
              <a:t>,tot=0</a:t>
            </a:r>
            <a:r>
              <a:rPr sz="1600" dirty="0" smtClean="0">
                <a:latin typeface="微软雅黑 Light" panose="020B0502040204020203" charset="-122"/>
                <a:ea typeface="微软雅黑 Light" panose="020B0502040204020203" charset="-122"/>
              </a:rPr>
              <a:t>;</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for (i=</a:t>
            </a:r>
            <a:r>
              <a:rPr lang="en-US" sz="1600" dirty="0" smtClean="0">
                <a:latin typeface="微软雅黑 Light" panose="020B0502040204020203" charset="-122"/>
                <a:ea typeface="微软雅黑 Light" panose="020B0502040204020203" charset="-122"/>
              </a:rPr>
              <a:t>1</a:t>
            </a:r>
            <a:r>
              <a:rPr sz="1600" dirty="0" smtClean="0">
                <a:latin typeface="微软雅黑 Light" panose="020B0502040204020203" charset="-122"/>
                <a:ea typeface="微软雅黑 Light" panose="020B0502040204020203" charset="-122"/>
              </a:rPr>
              <a:t>; i&lt;</a:t>
            </a:r>
            <a:r>
              <a:rPr lang="en-US" sz="1600" dirty="0" smtClean="0">
                <a:latin typeface="微软雅黑 Light" panose="020B0502040204020203" charset="-122"/>
                <a:ea typeface="微软雅黑 Light" panose="020B0502040204020203" charset="-122"/>
              </a:rPr>
              <a:t>=</a:t>
            </a:r>
            <a:r>
              <a:rPr sz="1600" dirty="0" smtClean="0">
                <a:latin typeface="微软雅黑 Light" panose="020B0502040204020203" charset="-122"/>
                <a:ea typeface="微软雅黑 Light" panose="020B0502040204020203" charset="-122"/>
              </a:rPr>
              <a:t>MAXN; i++) </a:t>
            </a:r>
            <a:r>
              <a:rPr lang="en-US" sz="1600" dirty="0" smtClean="0">
                <a:latin typeface="微软雅黑 Light" panose="020B0502040204020203" charset="-122"/>
                <a:ea typeface="微软雅黑 Light" panose="020B0502040204020203" charset="-122"/>
              </a:rPr>
              <a:t>mark</a:t>
            </a:r>
            <a:r>
              <a:rPr sz="1600" dirty="0" smtClean="0">
                <a:latin typeface="微软雅黑 Light" panose="020B0502040204020203" charset="-122"/>
                <a:ea typeface="微软雅黑 Light" panose="020B0502040204020203" charset="-122"/>
              </a:rPr>
              <a:t>[i] = </a:t>
            </a:r>
            <a:r>
              <a:rPr lang="en-US" sz="1600" dirty="0" smtClean="0">
                <a:latin typeface="微软雅黑 Light" panose="020B0502040204020203" charset="-122"/>
                <a:ea typeface="微软雅黑 Light" panose="020B0502040204020203" charset="-122"/>
              </a:rPr>
              <a:t>true</a:t>
            </a:r>
            <a:r>
              <a:rPr sz="1600" dirty="0" smtClean="0">
                <a:latin typeface="微软雅黑 Light" panose="020B0502040204020203" charset="-122"/>
                <a:ea typeface="微软雅黑 Light" panose="020B0502040204020203" charset="-122"/>
              </a:rPr>
              <a:t>;             </a:t>
            </a:r>
            <a:r>
              <a:rPr lang="en-US" sz="1600" dirty="0" smtClean="0">
                <a:solidFill>
                  <a:srgbClr val="0070C0"/>
                </a:solidFill>
                <a:latin typeface="微软雅黑 Light" panose="020B0502040204020203" charset="-122"/>
                <a:ea typeface="微软雅黑 Light" panose="020B0502040204020203" charset="-122"/>
              </a:rPr>
              <a:t>//</a:t>
            </a:r>
            <a:r>
              <a:rPr lang="zh-CN" altLang="en-US" sz="1600" dirty="0" smtClean="0">
                <a:solidFill>
                  <a:srgbClr val="0070C0"/>
                </a:solidFill>
                <a:latin typeface="微软雅黑 Light" panose="020B0502040204020203" charset="-122"/>
                <a:ea typeface="微软雅黑 Light" panose="020B0502040204020203" charset="-122"/>
              </a:rPr>
              <a:t>一开始假设所有数都是质数</a:t>
            </a:r>
            <a:endParaRPr lang="zh-CN" altLang="en-US" sz="1600" dirty="0" smtClean="0">
              <a:solidFill>
                <a:srgbClr val="0070C0"/>
              </a:solidFill>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a:t>
            </a:r>
            <a:r>
              <a:rPr lang="en-US" sz="1600" dirty="0" smtClean="0">
                <a:latin typeface="微软雅黑 Light" panose="020B0502040204020203" charset="-122"/>
                <a:ea typeface="微软雅黑 Light" panose="020B0502040204020203" charset="-122"/>
              </a:rPr>
              <a:t>mark</a:t>
            </a:r>
            <a:r>
              <a:rPr sz="1600" dirty="0" smtClean="0">
                <a:latin typeface="微软雅黑 Light" panose="020B0502040204020203" charset="-122"/>
                <a:ea typeface="微软雅黑 Light" panose="020B0502040204020203" charset="-122"/>
              </a:rPr>
              <a:t>[0] = </a:t>
            </a:r>
            <a:r>
              <a:rPr lang="en-US" sz="1600" dirty="0" smtClean="0">
                <a:latin typeface="微软雅黑 Light" panose="020B0502040204020203" charset="-122"/>
                <a:ea typeface="微软雅黑 Light" panose="020B0502040204020203" charset="-122"/>
              </a:rPr>
              <a:t>mark</a:t>
            </a:r>
            <a:r>
              <a:rPr sz="1600" dirty="0" smtClean="0">
                <a:latin typeface="微软雅黑 Light" panose="020B0502040204020203" charset="-122"/>
                <a:ea typeface="微软雅黑 Light" panose="020B0502040204020203" charset="-122"/>
              </a:rPr>
              <a:t>[1] = </a:t>
            </a:r>
            <a:r>
              <a:rPr lang="en-US" sz="1600" dirty="0" smtClean="0">
                <a:latin typeface="微软雅黑 Light" panose="020B0502040204020203" charset="-122"/>
                <a:ea typeface="微软雅黑 Light" panose="020B0502040204020203" charset="-122"/>
              </a:rPr>
              <a:t>false</a:t>
            </a:r>
            <a:r>
              <a:rPr sz="1600" dirty="0" smtClean="0">
                <a:latin typeface="微软雅黑 Light" panose="020B0502040204020203" charset="-122"/>
                <a:ea typeface="微软雅黑 Light" panose="020B0502040204020203" charset="-122"/>
              </a:rPr>
              <a:t>;                               </a:t>
            </a:r>
            <a:r>
              <a:rPr sz="1600" dirty="0" smtClean="0">
                <a:solidFill>
                  <a:srgbClr val="0070C0"/>
                </a:solidFill>
                <a:latin typeface="微软雅黑 Light" panose="020B0502040204020203" charset="-122"/>
                <a:ea typeface="微软雅黑 Light" panose="020B0502040204020203" charset="-122"/>
              </a:rPr>
              <a:t> </a:t>
            </a:r>
            <a:r>
              <a:rPr lang="en-US" sz="1600" dirty="0" smtClean="0">
                <a:solidFill>
                  <a:srgbClr val="0070C0"/>
                </a:solidFill>
                <a:latin typeface="微软雅黑 Light" panose="020B0502040204020203" charset="-122"/>
                <a:ea typeface="微软雅黑 Light" panose="020B0502040204020203" charset="-122"/>
              </a:rPr>
              <a:t>//0</a:t>
            </a:r>
            <a:r>
              <a:rPr lang="zh-CN" altLang="en-US" sz="1600" dirty="0" smtClean="0">
                <a:solidFill>
                  <a:srgbClr val="0070C0"/>
                </a:solidFill>
                <a:latin typeface="微软雅黑 Light" panose="020B0502040204020203" charset="-122"/>
                <a:ea typeface="微软雅黑 Light" panose="020B0502040204020203" charset="-122"/>
              </a:rPr>
              <a:t>和</a:t>
            </a:r>
            <a:r>
              <a:rPr lang="en-US" altLang="zh-CN" sz="1600" dirty="0" smtClean="0">
                <a:solidFill>
                  <a:srgbClr val="0070C0"/>
                </a:solidFill>
                <a:latin typeface="微软雅黑 Light" panose="020B0502040204020203" charset="-122"/>
                <a:ea typeface="微软雅黑 Light" panose="020B0502040204020203" charset="-122"/>
              </a:rPr>
              <a:t>1</a:t>
            </a:r>
            <a:r>
              <a:rPr lang="zh-CN" altLang="en-US" sz="1600" dirty="0" smtClean="0">
                <a:solidFill>
                  <a:srgbClr val="0070C0"/>
                </a:solidFill>
                <a:latin typeface="微软雅黑 Light" panose="020B0502040204020203" charset="-122"/>
                <a:ea typeface="微软雅黑 Light" panose="020B0502040204020203" charset="-122"/>
              </a:rPr>
              <a:t>不是质数</a:t>
            </a:r>
            <a:endParaRPr lang="zh-CN" altLang="en-US" sz="1600" dirty="0" smtClean="0">
              <a:solidFill>
                <a:srgbClr val="0070C0"/>
              </a:solidFill>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for (i=2; i&lt;</a:t>
            </a:r>
            <a:r>
              <a:rPr lang="en-US" sz="1600" dirty="0" smtClean="0">
                <a:latin typeface="微软雅黑 Light" panose="020B0502040204020203" charset="-122"/>
                <a:ea typeface="微软雅黑 Light" panose="020B0502040204020203" charset="-122"/>
              </a:rPr>
              <a:t>=</a:t>
            </a:r>
            <a:r>
              <a:rPr sz="1600" dirty="0" smtClean="0">
                <a:latin typeface="微软雅黑 Light" panose="020B0502040204020203" charset="-122"/>
                <a:ea typeface="微软雅黑 Light" panose="020B0502040204020203" charset="-122"/>
              </a:rPr>
              <a:t>MAXN; i++)</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if (</a:t>
            </a:r>
            <a:r>
              <a:rPr lang="en-US" sz="1600" dirty="0" smtClean="0">
                <a:latin typeface="微软雅黑 Light" panose="020B0502040204020203" charset="-122"/>
                <a:ea typeface="微软雅黑 Light" panose="020B0502040204020203" charset="-122"/>
              </a:rPr>
              <a:t>mark</a:t>
            </a:r>
            <a:r>
              <a:rPr sz="1600" dirty="0" smtClean="0">
                <a:latin typeface="微软雅黑 Light" panose="020B0502040204020203" charset="-122"/>
                <a:ea typeface="微软雅黑 Light" panose="020B0502040204020203" charset="-122"/>
              </a:rPr>
              <a:t>[i]</a:t>
            </a:r>
            <a:r>
              <a:rPr lang="en-US" sz="1600" dirty="0" smtClean="0">
                <a:latin typeface="微软雅黑 Light" panose="020B0502040204020203" charset="-122"/>
                <a:ea typeface="微软雅黑 Light" panose="020B0502040204020203" charset="-122"/>
              </a:rPr>
              <a:t>==false</a:t>
            </a:r>
            <a:r>
              <a:rPr sz="1600" dirty="0" smtClean="0">
                <a:latin typeface="微软雅黑 Light" panose="020B0502040204020203" charset="-122"/>
                <a:ea typeface="微软雅黑 Light" panose="020B0502040204020203" charset="-122"/>
              </a:rPr>
              <a:t>) continue;                           </a:t>
            </a:r>
            <a:r>
              <a:rPr lang="en-US" sz="1600" dirty="0" smtClean="0">
                <a:solidFill>
                  <a:srgbClr val="0070C0"/>
                </a:solidFill>
                <a:latin typeface="微软雅黑 Light" panose="020B0502040204020203" charset="-122"/>
                <a:ea typeface="微软雅黑 Light" panose="020B0502040204020203" charset="-122"/>
              </a:rPr>
              <a:t>//i</a:t>
            </a:r>
            <a:r>
              <a:rPr lang="zh-CN" altLang="en-US" sz="1600" dirty="0" smtClean="0">
                <a:solidFill>
                  <a:srgbClr val="0070C0"/>
                </a:solidFill>
                <a:latin typeface="微软雅黑 Light" panose="020B0502040204020203" charset="-122"/>
                <a:ea typeface="微软雅黑 Light" panose="020B0502040204020203" charset="-122"/>
              </a:rPr>
              <a:t>不是质数，跳过</a:t>
            </a:r>
            <a:endParaRPr lang="zh-CN" altLang="en-US" sz="1600" dirty="0" smtClean="0">
              <a:solidFill>
                <a:srgbClr val="0070C0"/>
              </a:solidFill>
              <a:latin typeface="微软雅黑 Light" panose="020B0502040204020203" charset="-122"/>
              <a:ea typeface="微软雅黑 Light" panose="020B0502040204020203" charset="-122"/>
            </a:endParaRPr>
          </a:p>
          <a:p>
            <a:pPr>
              <a:lnSpc>
                <a:spcPct val="130000"/>
              </a:lnSpc>
            </a:pPr>
            <a:r>
              <a:rPr lang="zh-CN" altLang="en-US" sz="1600" dirty="0" smtClean="0">
                <a:solidFill>
                  <a:srgbClr val="0070C0"/>
                </a:solidFill>
                <a:latin typeface="微软雅黑 Light" panose="020B0502040204020203" charset="-122"/>
                <a:ea typeface="微软雅黑 Light" panose="020B0502040204020203" charset="-122"/>
              </a:rPr>
              <a:t>    </a:t>
            </a:r>
            <a:r>
              <a:rPr lang="zh-CN" altLang="en-US" sz="1600" dirty="0" smtClean="0">
                <a:solidFill>
                  <a:schemeClr val="tx1">
                    <a:lumMod val="75000"/>
                  </a:schemeClr>
                </a:solidFill>
                <a:latin typeface="微软雅黑 Light" panose="020B0502040204020203" charset="-122"/>
                <a:ea typeface="微软雅黑 Light" panose="020B0502040204020203" charset="-122"/>
              </a:rPr>
              <a:t>    </a:t>
            </a:r>
            <a:r>
              <a:rPr lang="en-US" altLang="zh-CN" sz="1600" dirty="0" smtClean="0">
                <a:solidFill>
                  <a:schemeClr val="tx1">
                    <a:lumMod val="75000"/>
                  </a:schemeClr>
                </a:solidFill>
                <a:latin typeface="微软雅黑 Light" panose="020B0502040204020203" charset="-122"/>
                <a:ea typeface="微软雅黑 Light" panose="020B0502040204020203" charset="-122"/>
              </a:rPr>
              <a:t>Prime[++tot]=i;</a:t>
            </a:r>
            <a:endParaRPr lang="en-US" altLang="zh-CN" sz="1600" dirty="0" smtClean="0">
              <a:solidFill>
                <a:schemeClr val="tx1">
                  <a:lumMod val="75000"/>
                </a:schemeClr>
              </a:solidFill>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for (j=i*2; j&lt;</a:t>
            </a:r>
            <a:r>
              <a:rPr lang="en-US" sz="1600" dirty="0" smtClean="0">
                <a:latin typeface="微软雅黑 Light" panose="020B0502040204020203" charset="-122"/>
                <a:ea typeface="微软雅黑 Light" panose="020B0502040204020203" charset="-122"/>
              </a:rPr>
              <a:t>=</a:t>
            </a:r>
            <a:r>
              <a:rPr sz="1600" dirty="0" smtClean="0">
                <a:latin typeface="微软雅黑 Light" panose="020B0502040204020203" charset="-122"/>
                <a:ea typeface="微软雅黑 Light" panose="020B0502040204020203" charset="-122"/>
              </a:rPr>
              <a:t>MAXN; j+=i) </a:t>
            </a:r>
            <a:r>
              <a:rPr lang="en-US" sz="1600" dirty="0" smtClean="0">
                <a:latin typeface="微软雅黑 Light" panose="020B0502040204020203" charset="-122"/>
                <a:ea typeface="微软雅黑 Light" panose="020B0502040204020203" charset="-122"/>
              </a:rPr>
              <a:t>mark</a:t>
            </a:r>
            <a:r>
              <a:rPr sz="1600" dirty="0" smtClean="0">
                <a:latin typeface="微软雅黑 Light" panose="020B0502040204020203" charset="-122"/>
                <a:ea typeface="微软雅黑 Light" panose="020B0502040204020203" charset="-122"/>
              </a:rPr>
              <a:t>[ j ] = </a:t>
            </a:r>
            <a:r>
              <a:rPr lang="en-US" sz="1600" dirty="0" smtClean="0">
                <a:latin typeface="微软雅黑 Light" panose="020B0502040204020203" charset="-122"/>
                <a:ea typeface="微软雅黑 Light" panose="020B0502040204020203" charset="-122"/>
              </a:rPr>
              <a:t>false</a:t>
            </a:r>
            <a:r>
              <a:rPr sz="1600" dirty="0" smtClean="0">
                <a:latin typeface="微软雅黑 Light" panose="020B0502040204020203" charset="-122"/>
                <a:ea typeface="微软雅黑 Light" panose="020B0502040204020203" charset="-122"/>
              </a:rPr>
              <a:t>;   </a:t>
            </a:r>
            <a:r>
              <a:rPr lang="en-US" sz="1200" dirty="0" smtClean="0">
                <a:solidFill>
                  <a:srgbClr val="0070C0"/>
                </a:solidFill>
                <a:latin typeface="微软雅黑 Light" panose="020B0502040204020203" charset="-122"/>
                <a:ea typeface="微软雅黑 Light" panose="020B0502040204020203" charset="-122"/>
              </a:rPr>
              <a:t>//i</a:t>
            </a:r>
            <a:r>
              <a:rPr lang="zh-CN" altLang="en-US" sz="1200" dirty="0" smtClean="0">
                <a:solidFill>
                  <a:srgbClr val="0070C0"/>
                </a:solidFill>
                <a:latin typeface="微软雅黑 Light" panose="020B0502040204020203" charset="-122"/>
                <a:ea typeface="微软雅黑 Light" panose="020B0502040204020203" charset="-122"/>
              </a:rPr>
              <a:t>是质数，那么把</a:t>
            </a:r>
            <a:r>
              <a:rPr lang="en-US" altLang="zh-CN" sz="1200" dirty="0" smtClean="0">
                <a:solidFill>
                  <a:srgbClr val="0070C0"/>
                </a:solidFill>
                <a:latin typeface="微软雅黑 Light" panose="020B0502040204020203" charset="-122"/>
                <a:ea typeface="微软雅黑 Light" panose="020B0502040204020203" charset="-122"/>
              </a:rPr>
              <a:t>i</a:t>
            </a:r>
            <a:r>
              <a:rPr lang="zh-CN" altLang="en-US" sz="1200" dirty="0" smtClean="0">
                <a:solidFill>
                  <a:srgbClr val="0070C0"/>
                </a:solidFill>
                <a:latin typeface="微软雅黑 Light" panose="020B0502040204020203" charset="-122"/>
                <a:ea typeface="微软雅黑 Light" panose="020B0502040204020203" charset="-122"/>
              </a:rPr>
              <a:t>的倍数表示为不是质数</a:t>
            </a:r>
            <a:endParaRPr lang="zh-CN" altLang="en-US" sz="1200" dirty="0" smtClean="0">
              <a:solidFill>
                <a:srgbClr val="0070C0"/>
              </a:solidFill>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a:t>
            </a:r>
            <a:r>
              <a:rPr lang="zh-CN" sz="1600" dirty="0" smtClean="0">
                <a:solidFill>
                  <a:srgbClr val="0070C0"/>
                </a:solidFill>
                <a:latin typeface="微软雅黑 Light" panose="020B0502040204020203" charset="-122"/>
                <a:ea typeface="微软雅黑 Light" panose="020B0502040204020203" charset="-122"/>
              </a:rPr>
              <a:t>时间复杂度</a:t>
            </a:r>
            <a:r>
              <a:rPr lang="en-US" altLang="zh-CN" sz="1600" dirty="0" smtClean="0">
                <a:solidFill>
                  <a:srgbClr val="0070C0"/>
                </a:solidFill>
                <a:latin typeface="微软雅黑 Light" panose="020B0502040204020203" charset="-122"/>
                <a:ea typeface="微软雅黑 Light" panose="020B0502040204020203" charset="-122"/>
              </a:rPr>
              <a:t>O(nloglogn)</a:t>
            </a:r>
            <a:endParaRPr lang="en-US" altLang="zh-CN" sz="1600" dirty="0" smtClean="0">
              <a:solidFill>
                <a:srgbClr val="0070C0"/>
              </a:solidFill>
              <a:latin typeface="微软雅黑 Light" panose="020B0502040204020203" charset="-122"/>
              <a:ea typeface="微软雅黑 Light" panose="020B0502040204020203"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4795" y="181610"/>
            <a:ext cx="7075805" cy="487680"/>
          </a:xfrm>
          <a:prstGeom prst="rect">
            <a:avLst/>
          </a:prstGeom>
          <a:noFill/>
        </p:spPr>
        <p:txBody>
          <a:bodyPr wrap="square" rtlCol="0">
            <a:spAutoFit/>
          </a:bodyPr>
          <a:p>
            <a:pPr algn="l">
              <a:lnSpc>
                <a:spcPct val="130000"/>
              </a:lnSpc>
            </a:pPr>
            <a:r>
              <a:rPr lang="zh-CN" sz="2000" b="1" dirty="0" smtClean="0">
                <a:solidFill>
                  <a:schemeClr val="accent4">
                    <a:lumMod val="75000"/>
                  </a:schemeClr>
                </a:solidFill>
                <a:latin typeface="Arial" panose="020B0604020202020204" pitchFamily="34" charset="0"/>
                <a:ea typeface="微软雅黑" panose="020B0503020204020204" pitchFamily="34" charset="-122"/>
              </a:rPr>
              <a:t>质数的</a:t>
            </a:r>
            <a:r>
              <a:rPr lang="zh-CN" sz="2000" b="1" dirty="0" smtClean="0">
                <a:solidFill>
                  <a:srgbClr val="FF6699"/>
                </a:solidFill>
                <a:latin typeface="Arial" panose="020B0604020202020204" pitchFamily="34" charset="0"/>
                <a:ea typeface="微软雅黑" panose="020B0503020204020204" pitchFamily="34" charset="-122"/>
              </a:rPr>
              <a:t>线性筛</a:t>
            </a:r>
            <a:r>
              <a:rPr lang="zh-CN" sz="2000" b="1" dirty="0" smtClean="0">
                <a:solidFill>
                  <a:schemeClr val="accent4">
                    <a:lumMod val="75000"/>
                  </a:schemeClr>
                </a:solidFill>
                <a:latin typeface="Arial" panose="020B0604020202020204" pitchFamily="34" charset="0"/>
                <a:ea typeface="微软雅黑" panose="020B0503020204020204" pitchFamily="34" charset="-122"/>
              </a:rPr>
              <a:t>法</a:t>
            </a:r>
            <a:r>
              <a:rPr lang="en-US" altLang="zh-CN" sz="2000" b="1" dirty="0" smtClean="0">
                <a:solidFill>
                  <a:schemeClr val="accent4">
                    <a:lumMod val="75000"/>
                  </a:schemeClr>
                </a:solidFill>
                <a:latin typeface="Arial" panose="020B0604020202020204" pitchFamily="34" charset="0"/>
                <a:ea typeface="微软雅黑" panose="020B0503020204020204" pitchFamily="34" charset="-122"/>
              </a:rPr>
              <a:t>(Euler</a:t>
            </a:r>
            <a:r>
              <a:rPr lang="zh-CN" altLang="en-US" sz="2000" b="1" dirty="0" smtClean="0">
                <a:solidFill>
                  <a:schemeClr val="accent4">
                    <a:lumMod val="75000"/>
                  </a:schemeClr>
                </a:solidFill>
                <a:latin typeface="Arial" panose="020B0604020202020204" pitchFamily="34" charset="0"/>
                <a:ea typeface="微软雅黑" panose="020B0503020204020204" pitchFamily="34" charset="-122"/>
              </a:rPr>
              <a:t>筛法</a:t>
            </a:r>
            <a:r>
              <a:rPr lang="en-US" altLang="zh-CN" sz="2000" b="1" dirty="0" smtClean="0">
                <a:solidFill>
                  <a:schemeClr val="accent4">
                    <a:lumMod val="75000"/>
                  </a:schemeClr>
                </a:solidFill>
                <a:latin typeface="Arial" panose="020B0604020202020204" pitchFamily="34" charset="0"/>
                <a:ea typeface="微软雅黑" panose="020B0503020204020204" pitchFamily="34" charset="-122"/>
              </a:rPr>
              <a:t>)</a:t>
            </a:r>
            <a:endParaRPr lang="en-US" altLang="zh-CN" sz="2000" b="1" dirty="0" smtClean="0">
              <a:solidFill>
                <a:schemeClr val="accent4">
                  <a:lumMod val="75000"/>
                </a:schemeClr>
              </a:solidFill>
              <a:latin typeface="Arial" panose="020B0604020202020204" pitchFamily="34" charset="0"/>
              <a:ea typeface="微软雅黑" panose="020B0503020204020204" pitchFamily="34" charset="-122"/>
            </a:endParaRPr>
          </a:p>
        </p:txBody>
      </p:sp>
      <p:sp>
        <p:nvSpPr>
          <p:cNvPr id="3" name="文本框 2"/>
          <p:cNvSpPr txBox="1"/>
          <p:nvPr/>
        </p:nvSpPr>
        <p:spPr>
          <a:xfrm>
            <a:off x="264795" y="797560"/>
            <a:ext cx="8775700" cy="4527550"/>
          </a:xfrm>
          <a:prstGeom prst="rect">
            <a:avLst/>
          </a:prstGeom>
          <a:noFill/>
          <a:ln>
            <a:solidFill>
              <a:schemeClr val="bg1">
                <a:lumMod val="50000"/>
              </a:schemeClr>
            </a:solidFill>
          </a:ln>
        </p:spPr>
        <p:txBody>
          <a:bodyPr wrap="square" rtlCol="0">
            <a:spAutoFit/>
          </a:bodyPr>
          <a:p>
            <a:pPr>
              <a:lnSpc>
                <a:spcPct val="130000"/>
              </a:lnSpc>
            </a:pPr>
            <a:r>
              <a:rPr sz="1600" dirty="0" smtClean="0">
                <a:latin typeface="微软雅黑 Light" panose="020B0502040204020203" charset="-122"/>
                <a:ea typeface="微软雅黑 Light" panose="020B0502040204020203" charset="-122"/>
              </a:rPr>
              <a:t>const int M</a:t>
            </a:r>
            <a:r>
              <a:rPr lang="en-US" sz="1600" dirty="0" smtClean="0">
                <a:latin typeface="微软雅黑 Light" panose="020B0502040204020203" charset="-122"/>
                <a:ea typeface="微软雅黑 Light" panose="020B0502040204020203" charset="-122"/>
              </a:rPr>
              <a:t>ax</a:t>
            </a:r>
            <a:r>
              <a:rPr sz="1600" dirty="0" smtClean="0">
                <a:latin typeface="微软雅黑 Light" panose="020B0502040204020203" charset="-122"/>
                <a:ea typeface="微软雅黑 Light" panose="020B0502040204020203" charset="-122"/>
              </a:rPr>
              <a:t>N = </a:t>
            </a:r>
            <a:r>
              <a:rPr lang="en-US" sz="1600" dirty="0" smtClean="0">
                <a:latin typeface="微软雅黑 Light" panose="020B0502040204020203" charset="-122"/>
                <a:ea typeface="微软雅黑 Light" panose="020B0502040204020203" charset="-122"/>
              </a:rPr>
              <a:t>1</a:t>
            </a:r>
            <a:r>
              <a:rPr sz="1600" dirty="0" smtClean="0">
                <a:latin typeface="微软雅黑 Light" panose="020B0502040204020203" charset="-122"/>
                <a:ea typeface="微软雅黑 Light" panose="020B0502040204020203" charset="-122"/>
              </a:rPr>
              <a:t>0</a:t>
            </a:r>
            <a:r>
              <a:rPr lang="en-US" sz="1600" dirty="0" smtClean="0">
                <a:latin typeface="微软雅黑 Light" panose="020B0502040204020203" charset="-122"/>
                <a:ea typeface="微软雅黑 Light" panose="020B0502040204020203" charset="-122"/>
              </a:rPr>
              <a:t>0</a:t>
            </a:r>
            <a:r>
              <a:rPr sz="1600" dirty="0" smtClean="0">
                <a:latin typeface="微软雅黑 Light" panose="020B0502040204020203" charset="-122"/>
                <a:ea typeface="微软雅黑 Light" panose="020B0502040204020203" charset="-122"/>
              </a:rPr>
              <a:t>000；                                    </a:t>
            </a:r>
            <a:r>
              <a:rPr lang="en-US" sz="1600" dirty="0" smtClean="0">
                <a:solidFill>
                  <a:srgbClr val="0070C0"/>
                </a:solidFill>
                <a:latin typeface="微软雅黑 Light" panose="020B0502040204020203" charset="-122"/>
                <a:ea typeface="微软雅黑 Light" panose="020B0502040204020203" charset="-122"/>
              </a:rPr>
              <a:t>//</a:t>
            </a:r>
            <a:r>
              <a:rPr lang="zh-CN" altLang="en-US" sz="1600" dirty="0" smtClean="0">
                <a:solidFill>
                  <a:srgbClr val="0070C0"/>
                </a:solidFill>
                <a:latin typeface="微软雅黑 Light" panose="020B0502040204020203" charset="-122"/>
                <a:ea typeface="微软雅黑 Light" panose="020B0502040204020203" charset="-122"/>
              </a:rPr>
              <a:t>筛</a:t>
            </a:r>
            <a:r>
              <a:rPr lang="en-US" altLang="zh-CN" sz="1600" dirty="0" smtClean="0">
                <a:solidFill>
                  <a:srgbClr val="0070C0"/>
                </a:solidFill>
                <a:latin typeface="微软雅黑 Light" panose="020B0502040204020203" charset="-122"/>
                <a:ea typeface="微软雅黑 Light" panose="020B0502040204020203" charset="-122"/>
              </a:rPr>
              <a:t>100000</a:t>
            </a:r>
            <a:r>
              <a:rPr lang="zh-CN" altLang="en-US" sz="1400" dirty="0" smtClean="0">
                <a:solidFill>
                  <a:srgbClr val="0070C0"/>
                </a:solidFill>
                <a:latin typeface="微软雅黑 Light" panose="020B0502040204020203" charset="-122"/>
                <a:ea typeface="微软雅黑 Light" panose="020B0502040204020203" charset="-122"/>
              </a:rPr>
              <a:t>以内的质数</a:t>
            </a:r>
            <a:endParaRPr lang="zh-CN" altLang="en-US" sz="1400" dirty="0" smtClean="0">
              <a:solidFill>
                <a:srgbClr val="0070C0"/>
              </a:solidFill>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void get</a:t>
            </a:r>
            <a:r>
              <a:rPr lang="en-US" sz="1600" dirty="0" smtClean="0">
                <a:latin typeface="微软雅黑 Light" panose="020B0502040204020203" charset="-122"/>
                <a:ea typeface="微软雅黑 Light" panose="020B0502040204020203" charset="-122"/>
              </a:rPr>
              <a:t>P</a:t>
            </a:r>
            <a:r>
              <a:rPr sz="1600" dirty="0" smtClean="0">
                <a:latin typeface="微软雅黑 Light" panose="020B0502040204020203" charset="-122"/>
                <a:ea typeface="微软雅黑 Light" panose="020B0502040204020203" charset="-122"/>
              </a:rPr>
              <a:t>rime()</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int i,j,</a:t>
            </a:r>
            <a:r>
              <a:rPr lang="en-US" sz="1600" dirty="0" smtClean="0">
                <a:latin typeface="微软雅黑 Light" panose="020B0502040204020203" charset="-122"/>
                <a:ea typeface="微软雅黑 Light" panose="020B0502040204020203" charset="-122"/>
              </a:rPr>
              <a:t>tot=0</a:t>
            </a:r>
            <a:r>
              <a:rPr sz="1600" dirty="0" smtClean="0">
                <a:latin typeface="微软雅黑 Light" panose="020B0502040204020203" charset="-122"/>
                <a:ea typeface="微软雅黑 Light" panose="020B0502040204020203" charset="-122"/>
              </a:rPr>
              <a:t>;</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for(i=2;i&lt;</a:t>
            </a:r>
            <a:r>
              <a:rPr lang="en-US" sz="1600" dirty="0" smtClean="0">
                <a:latin typeface="微软雅黑 Light" panose="020B0502040204020203" charset="-122"/>
                <a:ea typeface="微软雅黑 Light" panose="020B0502040204020203" charset="-122"/>
              </a:rPr>
              <a:t>=</a:t>
            </a:r>
            <a:r>
              <a:rPr sz="1600" dirty="0" smtClean="0">
                <a:latin typeface="微软雅黑 Light" panose="020B0502040204020203" charset="-122"/>
                <a:ea typeface="微软雅黑 Light" panose="020B0502040204020203" charset="-122"/>
              </a:rPr>
              <a:t>M</a:t>
            </a:r>
            <a:r>
              <a:rPr lang="en-US" sz="1600" dirty="0" smtClean="0">
                <a:latin typeface="微软雅黑 Light" panose="020B0502040204020203" charset="-122"/>
                <a:ea typeface="微软雅黑 Light" panose="020B0502040204020203" charset="-122"/>
              </a:rPr>
              <a:t>axN</a:t>
            </a:r>
            <a:r>
              <a:rPr sz="1600" dirty="0" smtClean="0">
                <a:latin typeface="微软雅黑 Light" panose="020B0502040204020203" charset="-122"/>
                <a:ea typeface="微软雅黑 Light" panose="020B0502040204020203" charset="-122"/>
              </a:rPr>
              <a:t>;i++)</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if(</a:t>
            </a:r>
            <a:r>
              <a:rPr lang="en-US" sz="1600" dirty="0" smtClean="0">
                <a:latin typeface="微软雅黑 Light" panose="020B0502040204020203" charset="-122"/>
                <a:ea typeface="微软雅黑 Light" panose="020B0502040204020203" charset="-122"/>
              </a:rPr>
              <a:t>Mark</a:t>
            </a:r>
            <a:r>
              <a:rPr sz="1600" dirty="0" smtClean="0">
                <a:latin typeface="微软雅黑 Light" panose="020B0502040204020203" charset="-122"/>
                <a:ea typeface="微软雅黑 Light" panose="020B0502040204020203" charset="-122"/>
              </a:rPr>
              <a:t>[i]</a:t>
            </a:r>
            <a:r>
              <a:rPr lang="en-US" sz="1600" dirty="0" smtClean="0">
                <a:latin typeface="微软雅黑 Light" panose="020B0502040204020203" charset="-122"/>
                <a:ea typeface="微软雅黑 Light" panose="020B0502040204020203" charset="-122"/>
              </a:rPr>
              <a:t>==false</a:t>
            </a:r>
            <a:r>
              <a:rPr sz="1600" dirty="0" smtClean="0">
                <a:latin typeface="微软雅黑 Light" panose="020B0502040204020203" charset="-122"/>
                <a:ea typeface="微软雅黑 Light" panose="020B0502040204020203" charset="-122"/>
              </a:rPr>
              <a:t>)</a:t>
            </a:r>
            <a:r>
              <a:rPr lang="en-US" sz="1600" dirty="0" smtClean="0">
                <a:latin typeface="微软雅黑 Light" panose="020B0502040204020203" charset="-122"/>
                <a:ea typeface="微软雅黑 Light" panose="020B0502040204020203" charset="-122"/>
              </a:rPr>
              <a:t>P</a:t>
            </a:r>
            <a:r>
              <a:rPr sz="1600" dirty="0" smtClean="0">
                <a:latin typeface="微软雅黑 Light" panose="020B0502040204020203" charset="-122"/>
                <a:ea typeface="微软雅黑 Light" panose="020B0502040204020203" charset="-122"/>
              </a:rPr>
              <a:t>rime[</a:t>
            </a:r>
            <a:r>
              <a:rPr lang="en-US" sz="1600" dirty="0" smtClean="0">
                <a:latin typeface="微软雅黑 Light" panose="020B0502040204020203" charset="-122"/>
                <a:ea typeface="微软雅黑 Light" panose="020B0502040204020203" charset="-122"/>
              </a:rPr>
              <a:t>++tot</a:t>
            </a:r>
            <a:r>
              <a:rPr sz="1600" dirty="0" smtClean="0">
                <a:latin typeface="微软雅黑 Light" panose="020B0502040204020203" charset="-122"/>
                <a:ea typeface="微软雅黑 Light" panose="020B0502040204020203" charset="-122"/>
              </a:rPr>
              <a:t>]=i;</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for(j=</a:t>
            </a:r>
            <a:r>
              <a:rPr lang="en-US" sz="1600" dirty="0" smtClean="0">
                <a:latin typeface="微软雅黑 Light" panose="020B0502040204020203" charset="-122"/>
                <a:ea typeface="微软雅黑 Light" panose="020B0502040204020203" charset="-122"/>
              </a:rPr>
              <a:t>1</a:t>
            </a:r>
            <a:r>
              <a:rPr sz="1600" dirty="0" smtClean="0">
                <a:latin typeface="微软雅黑 Light" panose="020B0502040204020203" charset="-122"/>
                <a:ea typeface="微软雅黑 Light" panose="020B0502040204020203" charset="-122"/>
              </a:rPr>
              <a:t>; j&lt;</a:t>
            </a:r>
            <a:r>
              <a:rPr lang="en-US" sz="1600" dirty="0" smtClean="0">
                <a:latin typeface="微软雅黑 Light" panose="020B0502040204020203" charset="-122"/>
                <a:ea typeface="微软雅黑 Light" panose="020B0502040204020203" charset="-122"/>
              </a:rPr>
              <a:t>=tot</a:t>
            </a:r>
            <a:r>
              <a:rPr sz="1600" dirty="0" smtClean="0">
                <a:latin typeface="微软雅黑 Light" panose="020B0502040204020203" charset="-122"/>
                <a:ea typeface="微软雅黑 Light" panose="020B0502040204020203" charset="-122"/>
              </a:rPr>
              <a:t>&amp;&amp;i*prime[j]&lt;</a:t>
            </a:r>
            <a:r>
              <a:rPr lang="en-US" sz="1600" dirty="0" smtClean="0">
                <a:latin typeface="微软雅黑 Light" panose="020B0502040204020203" charset="-122"/>
                <a:ea typeface="微软雅黑 Light" panose="020B0502040204020203" charset="-122"/>
              </a:rPr>
              <a:t>=</a:t>
            </a:r>
            <a:r>
              <a:rPr sz="1600" dirty="0" smtClean="0">
                <a:latin typeface="微软雅黑 Light" panose="020B0502040204020203" charset="-122"/>
                <a:ea typeface="微软雅黑 Light" panose="020B0502040204020203" charset="-122"/>
              </a:rPr>
              <a:t>M</a:t>
            </a:r>
            <a:r>
              <a:rPr lang="en-US" sz="1600" dirty="0" smtClean="0">
                <a:latin typeface="微软雅黑 Light" panose="020B0502040204020203" charset="-122"/>
                <a:ea typeface="微软雅黑 Light" panose="020B0502040204020203" charset="-122"/>
              </a:rPr>
              <a:t>axN</a:t>
            </a:r>
            <a:r>
              <a:rPr sz="1600" dirty="0" smtClean="0">
                <a:latin typeface="微软雅黑 Light" panose="020B0502040204020203" charset="-122"/>
                <a:ea typeface="微软雅黑 Light" panose="020B0502040204020203" charset="-122"/>
              </a:rPr>
              <a:t>; j++)</a:t>
            </a:r>
            <a:br>
              <a:rPr sz="1600" dirty="0" smtClean="0">
                <a:latin typeface="微软雅黑 Light" panose="020B0502040204020203" charset="-122"/>
                <a:ea typeface="微软雅黑 Light" panose="020B0502040204020203" charset="-122"/>
              </a:rPr>
            </a:br>
            <a:r>
              <a:rPr sz="1600" dirty="0" smtClean="0">
                <a:latin typeface="微软雅黑 Light" panose="020B0502040204020203" charset="-122"/>
                <a:ea typeface="微软雅黑 Light" panose="020B0502040204020203" charset="-122"/>
              </a:rPr>
              <a:t>             {</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a:t>
            </a:r>
            <a:r>
              <a:rPr lang="en-US" sz="1600" dirty="0" smtClean="0">
                <a:latin typeface="微软雅黑 Light" panose="020B0502040204020203" charset="-122"/>
                <a:ea typeface="微软雅黑 Light" panose="020B0502040204020203" charset="-122"/>
              </a:rPr>
              <a:t>Mark</a:t>
            </a:r>
            <a:r>
              <a:rPr sz="1600" dirty="0" smtClean="0">
                <a:latin typeface="微软雅黑 Light" panose="020B0502040204020203" charset="-122"/>
                <a:ea typeface="微软雅黑 Light" panose="020B0502040204020203" charset="-122"/>
              </a:rPr>
              <a:t>[i*</a:t>
            </a:r>
            <a:r>
              <a:rPr lang="en-US" sz="1600" dirty="0" smtClean="0">
                <a:latin typeface="微软雅黑 Light" panose="020B0502040204020203" charset="-122"/>
                <a:ea typeface="微软雅黑 Light" panose="020B0502040204020203" charset="-122"/>
              </a:rPr>
              <a:t>P</a:t>
            </a:r>
            <a:r>
              <a:rPr sz="1600" dirty="0" smtClean="0">
                <a:latin typeface="微软雅黑 Light" panose="020B0502040204020203" charset="-122"/>
                <a:ea typeface="微软雅黑 Light" panose="020B0502040204020203" charset="-122"/>
              </a:rPr>
              <a:t>rime[j]]=true; </a:t>
            </a:r>
            <a:r>
              <a:rPr sz="1600" dirty="0" smtClean="0">
                <a:solidFill>
                  <a:srgbClr val="0070C0"/>
                </a:solidFill>
                <a:latin typeface="微软雅黑 Light" panose="020B0502040204020203" charset="-122"/>
                <a:ea typeface="微软雅黑 Light" panose="020B0502040204020203" charset="-122"/>
              </a:rPr>
              <a:t> </a:t>
            </a:r>
            <a:r>
              <a:rPr lang="en-US" sz="1200" dirty="0" smtClean="0">
                <a:solidFill>
                  <a:srgbClr val="0070C0"/>
                </a:solidFill>
                <a:latin typeface="微软雅黑 Light" panose="020B0502040204020203" charset="-122"/>
                <a:ea typeface="微软雅黑 Light" panose="020B0502040204020203" charset="-122"/>
              </a:rPr>
              <a:t>//Prime[j]是合数i*Prime[j]的最小</a:t>
            </a:r>
            <a:r>
              <a:rPr lang="zh-CN" altLang="en-US" sz="1200" dirty="0" smtClean="0">
                <a:solidFill>
                  <a:srgbClr val="0070C0"/>
                </a:solidFill>
                <a:latin typeface="微软雅黑 Light" panose="020B0502040204020203" charset="-122"/>
                <a:ea typeface="微软雅黑 Light" panose="020B0502040204020203" charset="-122"/>
              </a:rPr>
              <a:t>质因数</a:t>
            </a:r>
            <a:r>
              <a:rPr lang="en-US" sz="1200" dirty="0" smtClean="0">
                <a:latin typeface="微软雅黑 Light" panose="020B0502040204020203" charset="-122"/>
                <a:ea typeface="微软雅黑 Light" panose="020B0502040204020203" charset="-122"/>
              </a:rPr>
              <a:t> </a:t>
            </a:r>
            <a:r>
              <a:rPr lang="en-US" sz="1400" dirty="0" smtClean="0">
                <a:latin typeface="微软雅黑 Light" panose="020B0502040204020203" charset="-122"/>
                <a:ea typeface="微软雅黑 Light" panose="020B0502040204020203" charset="-122"/>
              </a:rPr>
              <a:t> </a:t>
            </a:r>
            <a:r>
              <a:rPr sz="1400" dirty="0" smtClean="0">
                <a:latin typeface="微软雅黑 Light" panose="020B0502040204020203" charset="-122"/>
                <a:ea typeface="微软雅黑 Light" panose="020B0502040204020203" charset="-122"/>
              </a:rPr>
              <a:t>  </a:t>
            </a:r>
            <a:r>
              <a:rPr sz="1600" dirty="0" smtClean="0">
                <a:latin typeface="微软雅黑 Light" panose="020B0502040204020203" charset="-122"/>
                <a:ea typeface="微软雅黑 Light" panose="020B0502040204020203" charset="-122"/>
              </a:rPr>
              <a:t>        </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if(i%</a:t>
            </a:r>
            <a:r>
              <a:rPr lang="en-US" sz="1600" dirty="0" smtClean="0">
                <a:latin typeface="微软雅黑 Light" panose="020B0502040204020203" charset="-122"/>
                <a:ea typeface="微软雅黑 Light" panose="020B0502040204020203" charset="-122"/>
              </a:rPr>
              <a:t>P</a:t>
            </a:r>
            <a:r>
              <a:rPr sz="1600" dirty="0" smtClean="0">
                <a:latin typeface="微软雅黑 Light" panose="020B0502040204020203" charset="-122"/>
                <a:ea typeface="微软雅黑 Light" panose="020B0502040204020203" charset="-122"/>
              </a:rPr>
              <a:t>rime[j]==0) break;</a:t>
            </a:r>
            <a:r>
              <a:rPr lang="en-US" sz="800" dirty="0" smtClean="0">
                <a:latin typeface="微软雅黑 Light" panose="020B0502040204020203" charset="-122"/>
                <a:ea typeface="微软雅黑 Light" panose="020B0502040204020203" charset="-122"/>
              </a:rPr>
              <a:t>  </a:t>
            </a:r>
            <a:endParaRPr lang="en-US" sz="8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        	}            </a:t>
            </a:r>
            <a:r>
              <a:rPr lang="en-US" sz="1000" dirty="0" smtClean="0">
                <a:solidFill>
                  <a:srgbClr val="0070C0"/>
                </a:solidFill>
                <a:latin typeface="微软雅黑 Light" panose="020B0502040204020203" charset="-122"/>
                <a:ea typeface="微软雅黑 Light" panose="020B0502040204020203" charset="-122"/>
                <a:sym typeface="+mn-ea"/>
              </a:rPr>
              <a:t>// </a:t>
            </a:r>
            <a:r>
              <a:rPr lang="en-US" sz="1000" dirty="0" smtClean="0">
                <a:solidFill>
                  <a:srgbClr val="0070C0"/>
                </a:solidFill>
                <a:latin typeface="微软雅黑 Light" panose="020B0502040204020203" charset="-122"/>
                <a:ea typeface="微软雅黑 Light" panose="020B0502040204020203" charset="-122"/>
                <a:cs typeface="Arial" panose="020B0604020202020204" pitchFamily="34" charset="0"/>
                <a:sym typeface="+mn-ea"/>
              </a:rPr>
              <a:t>↑ </a:t>
            </a:r>
            <a:r>
              <a:rPr lang="en-US" sz="1000" dirty="0" smtClean="0">
                <a:solidFill>
                  <a:srgbClr val="0070C0"/>
                </a:solidFill>
                <a:latin typeface="微软雅黑 Light" panose="020B0502040204020203" charset="-122"/>
                <a:ea typeface="微软雅黑 Light" panose="020B0502040204020203" charset="-122"/>
                <a:sym typeface="+mn-ea"/>
              </a:rPr>
              <a:t>比一个合数大的质数和该合数的乘积可用一个更大的合数和比其小的质数相乘得到</a:t>
            </a:r>
            <a:endParaRPr lang="en-US" sz="1000" dirty="0" smtClean="0">
              <a:solidFill>
                <a:srgbClr val="0070C0"/>
              </a:solidFill>
              <a:latin typeface="微软雅黑 Light" panose="020B0502040204020203" charset="-122"/>
              <a:ea typeface="微软雅黑 Light" panose="020B0502040204020203" charset="-122"/>
              <a:sym typeface="+mn-ea"/>
            </a:endParaRPr>
          </a:p>
          <a:p>
            <a:pPr>
              <a:lnSpc>
                <a:spcPct val="130000"/>
              </a:lnSpc>
            </a:pPr>
            <a:r>
              <a:rPr sz="1600" dirty="0" smtClean="0">
                <a:latin typeface="微软雅黑 Light" panose="020B0502040204020203" charset="-122"/>
                <a:ea typeface="微软雅黑 Light" panose="020B0502040204020203" charset="-122"/>
              </a:rPr>
              <a:t>     }</a:t>
            </a:r>
            <a:endParaRPr sz="1600" dirty="0" smtClean="0">
              <a:latin typeface="微软雅黑 Light" panose="020B0502040204020203" charset="-122"/>
              <a:ea typeface="微软雅黑 Light" panose="020B0502040204020203" charset="-122"/>
            </a:endParaRPr>
          </a:p>
          <a:p>
            <a:pPr>
              <a:lnSpc>
                <a:spcPct val="130000"/>
              </a:lnSpc>
            </a:pPr>
            <a:r>
              <a:rPr sz="1600" dirty="0" smtClean="0">
                <a:latin typeface="微软雅黑 Light" panose="020B0502040204020203" charset="-122"/>
                <a:ea typeface="微软雅黑 Light" panose="020B0502040204020203" charset="-122"/>
              </a:rPr>
              <a:t>}</a:t>
            </a:r>
            <a:r>
              <a:rPr lang="en-US" sz="1600" dirty="0" smtClean="0">
                <a:solidFill>
                  <a:srgbClr val="0070C0"/>
                </a:solidFill>
                <a:latin typeface="微软雅黑 Light" panose="020B0502040204020203" charset="-122"/>
                <a:ea typeface="微软雅黑 Light" panose="020B0502040204020203" charset="-122"/>
              </a:rPr>
              <a:t>//</a:t>
            </a:r>
            <a:r>
              <a:rPr lang="zh-CN" sz="1600" dirty="0" smtClean="0">
                <a:solidFill>
                  <a:srgbClr val="0070C0"/>
                </a:solidFill>
                <a:latin typeface="微软雅黑 Light" panose="020B0502040204020203" charset="-122"/>
                <a:ea typeface="微软雅黑 Light" panose="020B0502040204020203" charset="-122"/>
              </a:rPr>
              <a:t>时间复杂度</a:t>
            </a:r>
            <a:r>
              <a:rPr lang="en-US" altLang="zh-CN" sz="1600" dirty="0" smtClean="0">
                <a:solidFill>
                  <a:srgbClr val="FF6699"/>
                </a:solidFill>
                <a:latin typeface="微软雅黑 Light" panose="020B0502040204020203" charset="-122"/>
                <a:ea typeface="微软雅黑 Light" panose="020B0502040204020203" charset="-122"/>
              </a:rPr>
              <a:t>O(n)</a:t>
            </a:r>
            <a:endParaRPr lang="en-US" altLang="zh-CN" sz="1600" dirty="0" smtClean="0">
              <a:solidFill>
                <a:srgbClr val="FF6699"/>
              </a:solidFill>
              <a:latin typeface="微软雅黑 Light" panose="020B0502040204020203" charset="-122"/>
              <a:ea typeface="微软雅黑 Light" panose="020B0502040204020203" charset="-122"/>
            </a:endParaRPr>
          </a:p>
        </p:txBody>
      </p:sp>
      <p:sp>
        <p:nvSpPr>
          <p:cNvPr id="2" name="文本框 1"/>
          <p:cNvSpPr txBox="1"/>
          <p:nvPr/>
        </p:nvSpPr>
        <p:spPr>
          <a:xfrm>
            <a:off x="3966210" y="669290"/>
            <a:ext cx="4485640" cy="1874520"/>
          </a:xfrm>
          <a:prstGeom prst="rect">
            <a:avLst/>
          </a:prstGeom>
          <a:solidFill>
            <a:srgbClr val="FFFFCC"/>
          </a:solidFill>
          <a:effectLst>
            <a:outerShdw blurRad="50800" dist="38100" dir="2700000" algn="tl" rotWithShape="0">
              <a:prstClr val="black">
                <a:alpha val="40000"/>
              </a:prstClr>
            </a:outerShdw>
          </a:effectLst>
        </p:spPr>
        <p:txBody>
          <a:bodyPr wrap="square" rtlCol="0">
            <a:spAutoFit/>
          </a:bodyPr>
          <a:p>
            <a:pPr algn="l">
              <a:lnSpc>
                <a:spcPct val="130000"/>
              </a:lnSpc>
            </a:pPr>
            <a:r>
              <a:rPr lang="zh-CN" altLang="en-US" sz="1000" dirty="0" smtClean="0">
                <a:latin typeface="微软雅黑 Light" panose="020B0502040204020203" charset="-122"/>
                <a:ea typeface="微软雅黑 Light" panose="020B0502040204020203" charset="-122"/>
              </a:rPr>
              <a:t>每个合数必有一个最小质因数，</a:t>
            </a:r>
            <a:r>
              <a:rPr lang="zh-CN" altLang="en-US" sz="1000" dirty="0" smtClean="0">
                <a:solidFill>
                  <a:srgbClr val="FF6699"/>
                </a:solidFill>
                <a:latin typeface="微软雅黑 Light" panose="020B0502040204020203" charset="-122"/>
                <a:ea typeface="微软雅黑 Light" panose="020B0502040204020203" charset="-122"/>
              </a:rPr>
              <a:t>每个合数仅被它的最小质因数筛去正好一次</a:t>
            </a:r>
            <a:r>
              <a:rPr lang="zh-CN" altLang="en-US" sz="1000" dirty="0" smtClean="0">
                <a:latin typeface="微软雅黑 Light" panose="020B0502040204020203" charset="-122"/>
                <a:ea typeface="微软雅黑 Light" panose="020B0502040204020203" charset="-122"/>
              </a:rPr>
              <a:t>。</a:t>
            </a:r>
            <a:endParaRPr lang="zh-CN" altLang="en-US" sz="1000" dirty="0" smtClean="0">
              <a:latin typeface="微软雅黑 Light" panose="020B0502040204020203" charset="-122"/>
              <a:ea typeface="微软雅黑 Light" panose="020B0502040204020203" charset="-122"/>
            </a:endParaRPr>
          </a:p>
          <a:p>
            <a:pPr algn="l">
              <a:lnSpc>
                <a:spcPct val="130000"/>
              </a:lnSpc>
            </a:pPr>
            <a:r>
              <a:rPr lang="zh-CN" altLang="en-US" sz="1000" dirty="0" smtClean="0">
                <a:latin typeface="微软雅黑 Light" panose="020B0502040204020203" charset="-122"/>
                <a:ea typeface="微软雅黑 Light" panose="020B0502040204020203" charset="-122"/>
              </a:rPr>
              <a:t>原理:</a:t>
            </a:r>
            <a:endParaRPr lang="zh-CN" altLang="en-US" sz="1000" dirty="0" smtClean="0">
              <a:latin typeface="微软雅黑 Light" panose="020B0502040204020203" charset="-122"/>
              <a:ea typeface="微软雅黑 Light" panose="020B0502040204020203" charset="-122"/>
            </a:endParaRPr>
          </a:p>
          <a:p>
            <a:pPr algn="l">
              <a:lnSpc>
                <a:spcPct val="130000"/>
              </a:lnSpc>
            </a:pPr>
            <a:r>
              <a:rPr lang="zh-CN" altLang="en-US" sz="1000" dirty="0" smtClean="0">
                <a:latin typeface="微软雅黑 Light" panose="020B0502040204020203" charset="-122"/>
                <a:ea typeface="微软雅黑 Light" panose="020B0502040204020203" charset="-122"/>
              </a:rPr>
              <a:t>1. 任何一个合数都可以表示成一个质数和一个整数的乘积</a:t>
            </a:r>
            <a:endParaRPr lang="zh-CN" altLang="en-US" sz="1000" dirty="0" smtClean="0">
              <a:latin typeface="微软雅黑 Light" panose="020B0502040204020203" charset="-122"/>
              <a:ea typeface="微软雅黑 Light" panose="020B0502040204020203" charset="-122"/>
            </a:endParaRPr>
          </a:p>
          <a:p>
            <a:pPr algn="l">
              <a:lnSpc>
                <a:spcPct val="130000"/>
              </a:lnSpc>
            </a:pPr>
            <a:r>
              <a:rPr lang="zh-CN" altLang="en-US" sz="1000" dirty="0" smtClean="0">
                <a:latin typeface="微软雅黑 Light" panose="020B0502040204020203" charset="-122"/>
                <a:ea typeface="微软雅黑 Light" panose="020B0502040204020203" charset="-122"/>
              </a:rPr>
              <a:t>2. 假设A是一个合数，</a:t>
            </a:r>
            <a:endParaRPr lang="zh-CN" altLang="en-US" sz="1000" dirty="0" smtClean="0">
              <a:latin typeface="微软雅黑 Light" panose="020B0502040204020203" charset="-122"/>
              <a:ea typeface="微软雅黑 Light" panose="020B0502040204020203" charset="-122"/>
            </a:endParaRPr>
          </a:p>
          <a:p>
            <a:pPr algn="l">
              <a:lnSpc>
                <a:spcPct val="130000"/>
              </a:lnSpc>
            </a:pPr>
            <a:r>
              <a:rPr lang="zh-CN" altLang="en-US" sz="1000" dirty="0" smtClean="0">
                <a:latin typeface="微软雅黑 Light" panose="020B0502040204020203" charset="-122"/>
                <a:ea typeface="微软雅黑 Light" panose="020B0502040204020203" charset="-122"/>
              </a:rPr>
              <a:t>   且A = x * y; (假设y是质数，x合数)</a:t>
            </a:r>
            <a:endParaRPr lang="zh-CN" altLang="en-US" sz="1000" dirty="0" smtClean="0">
              <a:latin typeface="微软雅黑 Light" panose="020B0502040204020203" charset="-122"/>
              <a:ea typeface="微软雅黑 Light" panose="020B0502040204020203" charset="-122"/>
            </a:endParaRPr>
          </a:p>
          <a:p>
            <a:pPr algn="l">
              <a:lnSpc>
                <a:spcPct val="130000"/>
              </a:lnSpc>
            </a:pPr>
            <a:r>
              <a:rPr lang="zh-CN" altLang="en-US" sz="1000" dirty="0" smtClean="0">
                <a:latin typeface="微软雅黑 Light" panose="020B0502040204020203" charset="-122"/>
                <a:ea typeface="微软雅黑 Light" panose="020B0502040204020203" charset="-122"/>
              </a:rPr>
              <a:t>       x = a * b; (假设a是质数，且a &lt; x)</a:t>
            </a:r>
            <a:endParaRPr lang="zh-CN" altLang="en-US" sz="1000" dirty="0" smtClean="0">
              <a:latin typeface="微软雅黑 Light" panose="020B0502040204020203" charset="-122"/>
              <a:ea typeface="微软雅黑 Light" panose="020B0502040204020203" charset="-122"/>
            </a:endParaRPr>
          </a:p>
          <a:p>
            <a:pPr algn="l">
              <a:lnSpc>
                <a:spcPct val="130000"/>
              </a:lnSpc>
            </a:pPr>
            <a:r>
              <a:rPr lang="zh-CN" altLang="en-US" sz="1000" dirty="0" smtClean="0">
                <a:latin typeface="微软雅黑 Light" panose="020B0502040204020203" charset="-122"/>
                <a:ea typeface="微软雅黑 Light" panose="020B0502040204020203" charset="-122"/>
              </a:rPr>
              <a:t>   有 A = a * b * y = a * Z (Z = b * y)</a:t>
            </a:r>
            <a:endParaRPr lang="zh-CN" altLang="en-US" sz="1000" dirty="0" smtClean="0">
              <a:latin typeface="微软雅黑 Light" panose="020B0502040204020203" charset="-122"/>
              <a:ea typeface="微软雅黑 Light" panose="020B0502040204020203" charset="-122"/>
            </a:endParaRPr>
          </a:p>
          <a:p>
            <a:pPr algn="l">
              <a:lnSpc>
                <a:spcPct val="130000"/>
              </a:lnSpc>
            </a:pPr>
            <a:r>
              <a:rPr lang="zh-CN" altLang="en-US" sz="1000" dirty="0" smtClean="0">
                <a:latin typeface="微软雅黑 Light" panose="020B0502040204020203" charset="-122"/>
                <a:ea typeface="微软雅黑 Light" panose="020B0502040204020203" charset="-122"/>
              </a:rPr>
              <a:t>   即合数(x)与质数(y)的乘积可以表示成一个更大的合数(Z)与一个更小的质数(a)的乘积。</a:t>
            </a:r>
            <a:endParaRPr lang="zh-CN" altLang="en-US" sz="1000" dirty="0" smtClean="0">
              <a:latin typeface="微软雅黑 Light" panose="020B0502040204020203" charset="-122"/>
              <a:ea typeface="微软雅黑 Light" panose="020B0502040204020203" charset="-122"/>
            </a:endParaRPr>
          </a:p>
        </p:txBody>
      </p:sp>
      <p:sp>
        <p:nvSpPr>
          <p:cNvPr id="5" name="文本框 4"/>
          <p:cNvSpPr txBox="1"/>
          <p:nvPr/>
        </p:nvSpPr>
        <p:spPr>
          <a:xfrm>
            <a:off x="264795" y="5959475"/>
            <a:ext cx="8063230" cy="645160"/>
          </a:xfrm>
          <a:prstGeom prst="rect">
            <a:avLst/>
          </a:prstGeom>
          <a:noFill/>
        </p:spPr>
        <p:txBody>
          <a:bodyPr wrap="none" rtlCol="0">
            <a:spAutoFit/>
          </a:bodyPr>
          <a:p>
            <a:pPr algn="l">
              <a:lnSpc>
                <a:spcPct val="130000"/>
              </a:lnSpc>
            </a:pPr>
            <a:r>
              <a:rPr lang="zh-CN" altLang="en-US" sz="1400" dirty="0" smtClean="0">
                <a:latin typeface="微软雅黑 Light" panose="020B0502040204020203" charset="-122"/>
                <a:ea typeface="微软雅黑 Light" panose="020B0502040204020203" charset="-122"/>
              </a:rPr>
              <a:t>例如: 如果i = 8; 那么由于i%2 == 0; 因此筛</a:t>
            </a:r>
            <a:r>
              <a:rPr lang="en-US" altLang="zh-CN" sz="1400" dirty="0" smtClean="0">
                <a:latin typeface="微软雅黑 Light" panose="020B0502040204020203" charset="-122"/>
                <a:ea typeface="微软雅黑 Light" panose="020B0502040204020203" charset="-122"/>
              </a:rPr>
              <a:t>8</a:t>
            </a:r>
            <a:r>
              <a:rPr lang="zh-CN" altLang="en-US" sz="1400" dirty="0" smtClean="0">
                <a:latin typeface="微软雅黑 Light" panose="020B0502040204020203" charset="-122"/>
                <a:ea typeface="微软雅黑 Light" panose="020B0502040204020203" charset="-122"/>
              </a:rPr>
              <a:t>就只需要讨论质数</a:t>
            </a:r>
            <a:r>
              <a:rPr lang="en-US" altLang="zh-CN" sz="1400" dirty="0" smtClean="0">
                <a:latin typeface="微软雅黑 Light" panose="020B0502040204020203" charset="-122"/>
                <a:ea typeface="微软雅黑 Light" panose="020B0502040204020203" charset="-122"/>
              </a:rPr>
              <a:t>2</a:t>
            </a:r>
            <a:r>
              <a:rPr lang="zh-CN" altLang="en-US" sz="1400" dirty="0" smtClean="0">
                <a:latin typeface="微软雅黑 Light" panose="020B0502040204020203" charset="-122"/>
                <a:ea typeface="微软雅黑 Light" panose="020B0502040204020203" charset="-122"/>
              </a:rPr>
              <a:t>即可，因为对于大于</a:t>
            </a:r>
            <a:r>
              <a:rPr lang="en-US" altLang="zh-CN" sz="1400" dirty="0" smtClean="0">
                <a:latin typeface="微软雅黑 Light" panose="020B0502040204020203" charset="-122"/>
                <a:ea typeface="微软雅黑 Light" panose="020B0502040204020203" charset="-122"/>
              </a:rPr>
              <a:t>2</a:t>
            </a:r>
            <a:r>
              <a:rPr lang="zh-CN" altLang="en-US" sz="1400" dirty="0" smtClean="0">
                <a:latin typeface="微软雅黑 Light" panose="020B0502040204020203" charset="-122"/>
                <a:ea typeface="微软雅黑 Light" panose="020B0502040204020203" charset="-122"/>
              </a:rPr>
              <a:t>质数，像3，有:</a:t>
            </a:r>
            <a:endParaRPr lang="zh-CN" altLang="en-US" sz="1400" dirty="0" smtClean="0">
              <a:latin typeface="微软雅黑 Light" panose="020B0502040204020203" charset="-122"/>
              <a:ea typeface="微软雅黑 Light" panose="020B0502040204020203" charset="-122"/>
            </a:endParaRPr>
          </a:p>
          <a:p>
            <a:pPr algn="l">
              <a:lnSpc>
                <a:spcPct val="130000"/>
              </a:lnSpc>
            </a:pPr>
            <a:r>
              <a:rPr lang="zh-CN" altLang="en-US" sz="1400" dirty="0" smtClean="0">
                <a:latin typeface="微软雅黑 Light" panose="020B0502040204020203" charset="-122"/>
                <a:ea typeface="微软雅黑 Light" panose="020B0502040204020203" charset="-122"/>
              </a:rPr>
              <a:t>        8*3 = 2*4*3 = 12*2   也就是说24(8*3=24)并不需要在讨论8时去筛，在讨论12时才筛到。</a:t>
            </a:r>
            <a:endParaRPr lang="zh-CN" altLang="en-US" sz="1400" dirty="0" smtClean="0">
              <a:latin typeface="微软雅黑 Light" panose="020B0502040204020203" charset="-122"/>
              <a:ea typeface="微软雅黑 Light" panose="020B0502040204020203"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4795" y="181610"/>
            <a:ext cx="7075805" cy="487680"/>
          </a:xfrm>
          <a:prstGeom prst="rect">
            <a:avLst/>
          </a:prstGeom>
          <a:noFill/>
        </p:spPr>
        <p:txBody>
          <a:bodyPr wrap="square" rtlCol="0">
            <a:spAutoFit/>
          </a:bodyPr>
          <a:p>
            <a:pPr algn="l">
              <a:lnSpc>
                <a:spcPct val="130000"/>
              </a:lnSpc>
            </a:pPr>
            <a:r>
              <a:rPr lang="zh-CN" sz="2000" b="1" dirty="0" smtClean="0">
                <a:solidFill>
                  <a:srgbClr val="FF6699"/>
                </a:solidFill>
                <a:latin typeface="Arial" panose="020B0604020202020204" pitchFamily="34" charset="0"/>
                <a:ea typeface="微软雅黑" panose="020B0503020204020204" pitchFamily="34" charset="-122"/>
              </a:rPr>
              <a:t>线性筛</a:t>
            </a:r>
            <a:r>
              <a:rPr lang="zh-CN" sz="2000" b="1" dirty="0" smtClean="0">
                <a:solidFill>
                  <a:schemeClr val="accent4">
                    <a:lumMod val="75000"/>
                  </a:schemeClr>
                </a:solidFill>
                <a:latin typeface="Arial" panose="020B0604020202020204" pitchFamily="34" charset="0"/>
                <a:ea typeface="微软雅黑" panose="020B0503020204020204" pitchFamily="34" charset="-122"/>
              </a:rPr>
              <a:t>求欧拉函数</a:t>
            </a:r>
            <a:endParaRPr lang="zh-CN" sz="2000" b="1" dirty="0" smtClean="0">
              <a:solidFill>
                <a:schemeClr val="accent4">
                  <a:lumMod val="75000"/>
                </a:schemeClr>
              </a:solidFill>
              <a:latin typeface="Arial" panose="020B0604020202020204" pitchFamily="34" charset="0"/>
              <a:ea typeface="微软雅黑" panose="020B0503020204020204" pitchFamily="34" charset="-122"/>
            </a:endParaRPr>
          </a:p>
        </p:txBody>
      </p:sp>
      <p:sp>
        <p:nvSpPr>
          <p:cNvPr id="3" name="文本框 2"/>
          <p:cNvSpPr txBox="1"/>
          <p:nvPr/>
        </p:nvSpPr>
        <p:spPr>
          <a:xfrm>
            <a:off x="110490" y="1029970"/>
            <a:ext cx="9384030" cy="4798060"/>
          </a:xfrm>
          <a:prstGeom prst="rect">
            <a:avLst/>
          </a:prstGeom>
          <a:noFill/>
          <a:ln>
            <a:solidFill>
              <a:schemeClr val="bg1">
                <a:lumMod val="50000"/>
              </a:schemeClr>
            </a:solidFill>
          </a:ln>
        </p:spPr>
        <p:txBody>
          <a:bodyPr wrap="square" rtlCol="0">
            <a:spAutoFit/>
          </a:bodyPr>
          <a:p>
            <a:pPr>
              <a:lnSpc>
                <a:spcPct val="130000"/>
              </a:lnSpc>
            </a:pPr>
            <a:r>
              <a:rPr sz="1400" dirty="0" smtClean="0">
                <a:latin typeface="微软雅黑 Light" panose="020B0502040204020203" charset="-122"/>
                <a:ea typeface="微软雅黑 Light" panose="020B0502040204020203" charset="-122"/>
              </a:rPr>
              <a:t>void get</a:t>
            </a:r>
            <a:r>
              <a:rPr lang="en-US" sz="1400" dirty="0" smtClean="0">
                <a:latin typeface="微软雅黑 Light" panose="020B0502040204020203" charset="-122"/>
                <a:ea typeface="微软雅黑 Light" panose="020B0502040204020203" charset="-122"/>
              </a:rPr>
              <a:t>Phi</a:t>
            </a:r>
            <a:r>
              <a:rPr sz="1400" dirty="0" smtClean="0">
                <a:latin typeface="微软雅黑 Light" panose="020B0502040204020203" charset="-122"/>
                <a:ea typeface="微软雅黑 Light" panose="020B0502040204020203" charset="-122"/>
              </a:rPr>
              <a:t>()</a:t>
            </a:r>
            <a:endParaRPr sz="1400" dirty="0" smtClean="0">
              <a:latin typeface="微软雅黑 Light" panose="020B0502040204020203" charset="-122"/>
              <a:ea typeface="微软雅黑 Light" panose="020B0502040204020203" charset="-122"/>
            </a:endParaRPr>
          </a:p>
          <a:p>
            <a:pPr>
              <a:lnSpc>
                <a:spcPct val="130000"/>
              </a:lnSpc>
            </a:pPr>
            <a:r>
              <a:rPr sz="1400" dirty="0" smtClean="0">
                <a:latin typeface="微软雅黑 Light" panose="020B0502040204020203" charset="-122"/>
                <a:ea typeface="微软雅黑 Light" panose="020B0502040204020203" charset="-122"/>
              </a:rPr>
              <a:t>{</a:t>
            </a:r>
            <a:endParaRPr sz="1400" dirty="0" smtClean="0">
              <a:latin typeface="微软雅黑 Light" panose="020B0502040204020203" charset="-122"/>
              <a:ea typeface="微软雅黑 Light" panose="020B0502040204020203" charset="-122"/>
            </a:endParaRPr>
          </a:p>
          <a:p>
            <a:pPr>
              <a:lnSpc>
                <a:spcPct val="130000"/>
              </a:lnSpc>
            </a:pPr>
            <a:r>
              <a:rPr sz="1400" dirty="0" smtClean="0">
                <a:latin typeface="微软雅黑 Light" panose="020B0502040204020203" charset="-122"/>
                <a:ea typeface="微软雅黑 Light" panose="020B0502040204020203" charset="-122"/>
              </a:rPr>
              <a:t>	int i,j,</a:t>
            </a:r>
            <a:r>
              <a:rPr lang="en-US" sz="1400" dirty="0" smtClean="0">
                <a:latin typeface="微软雅黑 Light" panose="020B0502040204020203" charset="-122"/>
                <a:ea typeface="微软雅黑 Light" panose="020B0502040204020203" charset="-122"/>
              </a:rPr>
              <a:t>tot=0</a:t>
            </a:r>
            <a:r>
              <a:rPr sz="1400" dirty="0" smtClean="0">
                <a:latin typeface="微软雅黑 Light" panose="020B0502040204020203" charset="-122"/>
                <a:ea typeface="微软雅黑 Light" panose="020B0502040204020203" charset="-122"/>
              </a:rPr>
              <a:t>;</a:t>
            </a:r>
            <a:endParaRPr sz="1400" dirty="0" smtClean="0">
              <a:latin typeface="微软雅黑 Light" panose="020B0502040204020203" charset="-122"/>
              <a:ea typeface="微软雅黑 Light" panose="020B0502040204020203" charset="-122"/>
            </a:endParaRPr>
          </a:p>
          <a:p>
            <a:pPr>
              <a:lnSpc>
                <a:spcPct val="130000"/>
              </a:lnSpc>
            </a:pPr>
            <a:r>
              <a:rPr sz="1400" dirty="0" smtClean="0">
                <a:latin typeface="微软雅黑 Light" panose="020B0502040204020203" charset="-122"/>
                <a:ea typeface="微软雅黑 Light" panose="020B0502040204020203" charset="-122"/>
              </a:rPr>
              <a:t>	for(i=2;i&lt;</a:t>
            </a:r>
            <a:r>
              <a:rPr lang="en-US" sz="1400" dirty="0" smtClean="0">
                <a:latin typeface="微软雅黑 Light" panose="020B0502040204020203" charset="-122"/>
                <a:ea typeface="微软雅黑 Light" panose="020B0502040204020203" charset="-122"/>
              </a:rPr>
              <a:t>=</a:t>
            </a:r>
            <a:r>
              <a:rPr sz="1400" dirty="0" smtClean="0">
                <a:latin typeface="微软雅黑 Light" panose="020B0502040204020203" charset="-122"/>
                <a:ea typeface="微软雅黑 Light" panose="020B0502040204020203" charset="-122"/>
              </a:rPr>
              <a:t>M</a:t>
            </a:r>
            <a:r>
              <a:rPr lang="en-US" sz="1400" dirty="0" smtClean="0">
                <a:latin typeface="微软雅黑 Light" panose="020B0502040204020203" charset="-122"/>
                <a:ea typeface="微软雅黑 Light" panose="020B0502040204020203" charset="-122"/>
              </a:rPr>
              <a:t>axN</a:t>
            </a:r>
            <a:r>
              <a:rPr sz="1400" dirty="0" smtClean="0">
                <a:latin typeface="微软雅黑 Light" panose="020B0502040204020203" charset="-122"/>
                <a:ea typeface="微软雅黑 Light" panose="020B0502040204020203" charset="-122"/>
              </a:rPr>
              <a:t>;i++)</a:t>
            </a:r>
            <a:br>
              <a:rPr sz="1400" dirty="0" smtClean="0">
                <a:latin typeface="微软雅黑 Light" panose="020B0502040204020203" charset="-122"/>
                <a:ea typeface="微软雅黑 Light" panose="020B0502040204020203" charset="-122"/>
              </a:rPr>
            </a:br>
            <a:r>
              <a:rPr sz="1400" dirty="0" smtClean="0">
                <a:latin typeface="微软雅黑 Light" panose="020B0502040204020203" charset="-122"/>
                <a:ea typeface="微软雅黑 Light" panose="020B0502040204020203" charset="-122"/>
              </a:rPr>
              <a:t>              {</a:t>
            </a:r>
            <a:endParaRPr sz="1400" dirty="0" smtClean="0">
              <a:latin typeface="微软雅黑 Light" panose="020B0502040204020203" charset="-122"/>
              <a:ea typeface="微软雅黑 Light" panose="020B0502040204020203" charset="-122"/>
            </a:endParaRPr>
          </a:p>
          <a:p>
            <a:pPr>
              <a:lnSpc>
                <a:spcPct val="130000"/>
              </a:lnSpc>
            </a:pPr>
            <a:r>
              <a:rPr sz="1400" dirty="0" smtClean="0">
                <a:latin typeface="微软雅黑 Light" panose="020B0502040204020203" charset="-122"/>
                <a:ea typeface="微软雅黑 Light" panose="020B0502040204020203" charset="-122"/>
              </a:rPr>
              <a:t>		if(</a:t>
            </a:r>
            <a:r>
              <a:rPr lang="en-US" sz="1400" dirty="0" smtClean="0">
                <a:latin typeface="微软雅黑 Light" panose="020B0502040204020203" charset="-122"/>
                <a:ea typeface="微软雅黑 Light" panose="020B0502040204020203" charset="-122"/>
              </a:rPr>
              <a:t>Mark[i]==false</a:t>
            </a:r>
            <a:r>
              <a:rPr sz="1400" dirty="0" smtClean="0">
                <a:latin typeface="微软雅黑 Light" panose="020B0502040204020203" charset="-122"/>
                <a:ea typeface="微软雅黑 Light" panose="020B0502040204020203" charset="-122"/>
              </a:rPr>
              <a:t>){  </a:t>
            </a:r>
            <a:r>
              <a:rPr lang="en-US" sz="1400" dirty="0" smtClean="0">
                <a:latin typeface="微软雅黑 Light" panose="020B0502040204020203" charset="-122"/>
                <a:ea typeface="微软雅黑 Light" panose="020B0502040204020203" charset="-122"/>
              </a:rPr>
              <a:t>P</a:t>
            </a:r>
            <a:r>
              <a:rPr sz="1400" dirty="0" smtClean="0">
                <a:latin typeface="微软雅黑 Light" panose="020B0502040204020203" charset="-122"/>
                <a:ea typeface="微软雅黑 Light" panose="020B0502040204020203" charset="-122"/>
              </a:rPr>
              <a:t>rime[++</a:t>
            </a:r>
            <a:r>
              <a:rPr lang="en-US" sz="1400" dirty="0" smtClean="0">
                <a:latin typeface="微软雅黑 Light" panose="020B0502040204020203" charset="-122"/>
                <a:ea typeface="微软雅黑 Light" panose="020B0502040204020203" charset="-122"/>
              </a:rPr>
              <a:t>tot</a:t>
            </a:r>
            <a:r>
              <a:rPr sz="1400" dirty="0" smtClean="0">
                <a:latin typeface="微软雅黑 Light" panose="020B0502040204020203" charset="-122"/>
                <a:ea typeface="微软雅黑 Light" panose="020B0502040204020203" charset="-122"/>
              </a:rPr>
              <a:t>]=i;  phi[i]=i-1;  }</a:t>
            </a:r>
            <a:r>
              <a:rPr lang="en-US" sz="1400" dirty="0" smtClean="0">
                <a:solidFill>
                  <a:srgbClr val="0070C0"/>
                </a:solidFill>
                <a:latin typeface="微软雅黑 Light" panose="020B0502040204020203" charset="-122"/>
                <a:ea typeface="微软雅黑 Light" panose="020B0502040204020203" charset="-122"/>
              </a:rPr>
              <a:t>//当 i 是素数时 phi[i]=i-1</a:t>
            </a:r>
            <a:endParaRPr lang="en-US" sz="1400" dirty="0" smtClean="0">
              <a:solidFill>
                <a:srgbClr val="0070C0"/>
              </a:solidFill>
              <a:latin typeface="微软雅黑 Light" panose="020B0502040204020203" charset="-122"/>
              <a:ea typeface="微软雅黑 Light" panose="020B0502040204020203" charset="-122"/>
            </a:endParaRPr>
          </a:p>
          <a:p>
            <a:pPr>
              <a:lnSpc>
                <a:spcPct val="130000"/>
              </a:lnSpc>
            </a:pPr>
            <a:r>
              <a:rPr sz="1400" dirty="0" smtClean="0">
                <a:latin typeface="微软雅黑 Light" panose="020B0502040204020203" charset="-122"/>
                <a:ea typeface="微软雅黑 Light" panose="020B0502040204020203" charset="-122"/>
              </a:rPr>
              <a:t>		for(j=</a:t>
            </a:r>
            <a:r>
              <a:rPr lang="en-US" sz="1400" dirty="0" smtClean="0">
                <a:latin typeface="微软雅黑 Light" panose="020B0502040204020203" charset="-122"/>
                <a:ea typeface="微软雅黑 Light" panose="020B0502040204020203" charset="-122"/>
              </a:rPr>
              <a:t>1</a:t>
            </a:r>
            <a:r>
              <a:rPr sz="1400" dirty="0" smtClean="0">
                <a:latin typeface="微软雅黑 Light" panose="020B0502040204020203" charset="-122"/>
                <a:ea typeface="微软雅黑 Light" panose="020B0502040204020203" charset="-122"/>
              </a:rPr>
              <a:t>; j&lt;</a:t>
            </a:r>
            <a:r>
              <a:rPr lang="en-US" sz="1400" dirty="0" smtClean="0">
                <a:latin typeface="微软雅黑 Light" panose="020B0502040204020203" charset="-122"/>
                <a:ea typeface="微软雅黑 Light" panose="020B0502040204020203" charset="-122"/>
              </a:rPr>
              <a:t>=tot</a:t>
            </a:r>
            <a:r>
              <a:rPr sz="1400" dirty="0" smtClean="0">
                <a:latin typeface="微软雅黑 Light" panose="020B0502040204020203" charset="-122"/>
                <a:ea typeface="微软雅黑 Light" panose="020B0502040204020203" charset="-122"/>
              </a:rPr>
              <a:t>&amp;&amp;i*</a:t>
            </a:r>
            <a:r>
              <a:rPr lang="en-US" sz="1400" dirty="0" smtClean="0">
                <a:latin typeface="微软雅黑 Light" panose="020B0502040204020203" charset="-122"/>
                <a:ea typeface="微软雅黑 Light" panose="020B0502040204020203" charset="-122"/>
              </a:rPr>
              <a:t>P</a:t>
            </a:r>
            <a:r>
              <a:rPr sz="1400" dirty="0" smtClean="0">
                <a:latin typeface="微软雅黑 Light" panose="020B0502040204020203" charset="-122"/>
                <a:ea typeface="微软雅黑 Light" panose="020B0502040204020203" charset="-122"/>
              </a:rPr>
              <a:t>rime[j]&lt;</a:t>
            </a:r>
            <a:r>
              <a:rPr lang="en-US" sz="1400" dirty="0" smtClean="0">
                <a:latin typeface="微软雅黑 Light" panose="020B0502040204020203" charset="-122"/>
                <a:ea typeface="微软雅黑 Light" panose="020B0502040204020203" charset="-122"/>
              </a:rPr>
              <a:t>=</a:t>
            </a:r>
            <a:r>
              <a:rPr sz="1400" dirty="0" smtClean="0">
                <a:latin typeface="微软雅黑 Light" panose="020B0502040204020203" charset="-122"/>
                <a:ea typeface="微软雅黑 Light" panose="020B0502040204020203" charset="-122"/>
              </a:rPr>
              <a:t>M</a:t>
            </a:r>
            <a:r>
              <a:rPr lang="en-US" sz="1400" dirty="0" smtClean="0">
                <a:latin typeface="微软雅黑 Light" panose="020B0502040204020203" charset="-122"/>
                <a:ea typeface="微软雅黑 Light" panose="020B0502040204020203" charset="-122"/>
              </a:rPr>
              <a:t>axN</a:t>
            </a:r>
            <a:r>
              <a:rPr sz="1400" dirty="0" smtClean="0">
                <a:latin typeface="微软雅黑 Light" panose="020B0502040204020203" charset="-122"/>
                <a:ea typeface="微软雅黑 Light" panose="020B0502040204020203" charset="-122"/>
              </a:rPr>
              <a:t>; j++)</a:t>
            </a:r>
            <a:br>
              <a:rPr sz="1400" dirty="0" smtClean="0">
                <a:latin typeface="微软雅黑 Light" panose="020B0502040204020203" charset="-122"/>
                <a:ea typeface="微软雅黑 Light" panose="020B0502040204020203" charset="-122"/>
              </a:rPr>
            </a:br>
            <a:r>
              <a:rPr sz="1400" dirty="0" smtClean="0">
                <a:latin typeface="微软雅黑 Light" panose="020B0502040204020203" charset="-122"/>
                <a:ea typeface="微软雅黑 Light" panose="020B0502040204020203" charset="-122"/>
              </a:rPr>
              <a:t>                           {</a:t>
            </a:r>
            <a:endParaRPr sz="1400" dirty="0" smtClean="0">
              <a:latin typeface="微软雅黑 Light" panose="020B0502040204020203" charset="-122"/>
              <a:ea typeface="微软雅黑 Light" panose="020B0502040204020203" charset="-122"/>
            </a:endParaRPr>
          </a:p>
          <a:p>
            <a:pPr>
              <a:lnSpc>
                <a:spcPct val="130000"/>
              </a:lnSpc>
            </a:pPr>
            <a:r>
              <a:rPr sz="1400" dirty="0" smtClean="0">
                <a:latin typeface="微软雅黑 Light" panose="020B0502040204020203" charset="-122"/>
                <a:ea typeface="微软雅黑 Light" panose="020B0502040204020203" charset="-122"/>
              </a:rPr>
              <a:t>			</a:t>
            </a:r>
            <a:r>
              <a:rPr lang="en-US" sz="1400" dirty="0" smtClean="0">
                <a:latin typeface="微软雅黑 Light" panose="020B0502040204020203" charset="-122"/>
                <a:ea typeface="微软雅黑 Light" panose="020B0502040204020203" charset="-122"/>
              </a:rPr>
              <a:t>Mark</a:t>
            </a:r>
            <a:r>
              <a:rPr sz="1400" dirty="0" smtClean="0">
                <a:latin typeface="微软雅黑 Light" panose="020B0502040204020203" charset="-122"/>
                <a:ea typeface="微软雅黑 Light" panose="020B0502040204020203" charset="-122"/>
              </a:rPr>
              <a:t>[i*</a:t>
            </a:r>
            <a:r>
              <a:rPr lang="en-US" sz="1400" dirty="0" smtClean="0">
                <a:latin typeface="微软雅黑 Light" panose="020B0502040204020203" charset="-122"/>
                <a:ea typeface="微软雅黑 Light" panose="020B0502040204020203" charset="-122"/>
              </a:rPr>
              <a:t>P</a:t>
            </a:r>
            <a:r>
              <a:rPr sz="1400" dirty="0" smtClean="0">
                <a:latin typeface="微软雅黑 Light" panose="020B0502040204020203" charset="-122"/>
                <a:ea typeface="微软雅黑 Light" panose="020B0502040204020203" charset="-122"/>
              </a:rPr>
              <a:t>rime[j]]=true;            </a:t>
            </a:r>
            <a:endParaRPr sz="1400" dirty="0" smtClean="0">
              <a:latin typeface="微软雅黑 Light" panose="020B0502040204020203" charset="-122"/>
              <a:ea typeface="微软雅黑 Light" panose="020B0502040204020203" charset="-122"/>
            </a:endParaRPr>
          </a:p>
          <a:p>
            <a:pPr>
              <a:lnSpc>
                <a:spcPct val="130000"/>
              </a:lnSpc>
            </a:pPr>
            <a:r>
              <a:rPr sz="1400" dirty="0" smtClean="0">
                <a:latin typeface="微软雅黑 Light" panose="020B0502040204020203" charset="-122"/>
                <a:ea typeface="微软雅黑 Light" panose="020B0502040204020203" charset="-122"/>
              </a:rPr>
              <a:t>			if(i%</a:t>
            </a:r>
            <a:r>
              <a:rPr lang="en-US" sz="1400" dirty="0" smtClean="0">
                <a:latin typeface="微软雅黑 Light" panose="020B0502040204020203" charset="-122"/>
                <a:ea typeface="微软雅黑 Light" panose="020B0502040204020203" charset="-122"/>
              </a:rPr>
              <a:t>P</a:t>
            </a:r>
            <a:r>
              <a:rPr sz="1400" dirty="0" smtClean="0">
                <a:latin typeface="微软雅黑 Light" panose="020B0502040204020203" charset="-122"/>
                <a:ea typeface="微软雅黑 Light" panose="020B0502040204020203" charset="-122"/>
              </a:rPr>
              <a:t>rime[j]==0)</a:t>
            </a:r>
            <a:br>
              <a:rPr sz="1400" dirty="0" smtClean="0">
                <a:latin typeface="微软雅黑 Light" panose="020B0502040204020203" charset="-122"/>
                <a:ea typeface="微软雅黑 Light" panose="020B0502040204020203" charset="-122"/>
              </a:rPr>
            </a:br>
            <a:r>
              <a:rPr sz="1400" dirty="0" smtClean="0">
                <a:latin typeface="微软雅黑 Light" panose="020B0502040204020203" charset="-122"/>
                <a:ea typeface="微软雅黑 Light" panose="020B0502040204020203" charset="-122"/>
              </a:rPr>
              <a:t>                                {   </a:t>
            </a:r>
            <a:endParaRPr sz="1400" dirty="0" smtClean="0">
              <a:latin typeface="微软雅黑 Light" panose="020B0502040204020203" charset="-122"/>
              <a:ea typeface="微软雅黑 Light" panose="020B0502040204020203" charset="-122"/>
            </a:endParaRPr>
          </a:p>
          <a:p>
            <a:pPr>
              <a:lnSpc>
                <a:spcPct val="130000"/>
              </a:lnSpc>
            </a:pPr>
            <a:r>
              <a:rPr sz="1400" dirty="0" smtClean="0">
                <a:latin typeface="微软雅黑 Light" panose="020B0502040204020203" charset="-122"/>
                <a:ea typeface="微软雅黑 Light" panose="020B0502040204020203" charset="-122"/>
              </a:rPr>
              <a:t>				phi[i*prime[j]]=phi[i]*prime[j];   break;</a:t>
            </a:r>
            <a:endParaRPr sz="1400" dirty="0" smtClean="0">
              <a:latin typeface="微软雅黑 Light" panose="020B0502040204020203" charset="-122"/>
              <a:ea typeface="微软雅黑 Light" panose="020B0502040204020203" charset="-122"/>
            </a:endParaRPr>
          </a:p>
          <a:p>
            <a:pPr>
              <a:lnSpc>
                <a:spcPct val="130000"/>
              </a:lnSpc>
            </a:pPr>
            <a:r>
              <a:rPr sz="1400" dirty="0" smtClean="0">
                <a:latin typeface="微软雅黑 Light" panose="020B0502040204020203" charset="-122"/>
                <a:ea typeface="微软雅黑 Light" panose="020B0502040204020203" charset="-122"/>
              </a:rPr>
              <a:t>			 }            </a:t>
            </a:r>
            <a:r>
              <a:rPr lang="en-US" sz="1400" dirty="0" smtClean="0">
                <a:solidFill>
                  <a:srgbClr val="0070C0"/>
                </a:solidFill>
                <a:latin typeface="微软雅黑 Light" panose="020B0502040204020203" charset="-122"/>
                <a:ea typeface="微软雅黑 Light" panose="020B0502040204020203" charset="-122"/>
              </a:rPr>
              <a:t>//</a:t>
            </a:r>
            <a:r>
              <a:rPr lang="en-US" sz="1400" dirty="0" smtClean="0">
                <a:solidFill>
                  <a:srgbClr val="0070C0"/>
                </a:solidFill>
                <a:latin typeface="微软雅黑 Light" panose="020B0502040204020203" charset="-122"/>
                <a:ea typeface="微软雅黑 Light" panose="020B0502040204020203" charset="-122"/>
                <a:sym typeface="+mn-ea"/>
              </a:rPr>
              <a:t>如果i mod p = 0, 那么 phi[i * p]=p * phi[i] </a:t>
            </a:r>
            <a:endParaRPr lang="en-US" sz="1400" dirty="0" smtClean="0">
              <a:solidFill>
                <a:srgbClr val="0070C0"/>
              </a:solidFill>
              <a:latin typeface="微软雅黑 Light" panose="020B0502040204020203" charset="-122"/>
              <a:ea typeface="微软雅黑 Light" panose="020B0502040204020203" charset="-122"/>
              <a:sym typeface="+mn-ea"/>
            </a:endParaRPr>
          </a:p>
          <a:p>
            <a:pPr>
              <a:lnSpc>
                <a:spcPct val="130000"/>
              </a:lnSpc>
            </a:pPr>
            <a:r>
              <a:rPr sz="1400" dirty="0" smtClean="0">
                <a:latin typeface="微软雅黑 Light" panose="020B0502040204020203" charset="-122"/>
                <a:ea typeface="微软雅黑 Light" panose="020B0502040204020203" charset="-122"/>
              </a:rPr>
              <a:t>			else   phi[i*</a:t>
            </a:r>
            <a:r>
              <a:rPr lang="en-US" sz="1400" dirty="0" smtClean="0">
                <a:latin typeface="微软雅黑 Light" panose="020B0502040204020203" charset="-122"/>
                <a:ea typeface="微软雅黑 Light" panose="020B0502040204020203" charset="-122"/>
              </a:rPr>
              <a:t>P</a:t>
            </a:r>
            <a:r>
              <a:rPr sz="1400" dirty="0" smtClean="0">
                <a:latin typeface="微软雅黑 Light" panose="020B0502040204020203" charset="-122"/>
                <a:ea typeface="微软雅黑 Light" panose="020B0502040204020203" charset="-122"/>
              </a:rPr>
              <a:t>rime[j]]=phi[i]*(</a:t>
            </a:r>
            <a:r>
              <a:rPr lang="en-US" sz="1400" dirty="0" smtClean="0">
                <a:latin typeface="微软雅黑 Light" panose="020B0502040204020203" charset="-122"/>
                <a:ea typeface="微软雅黑 Light" panose="020B0502040204020203" charset="-122"/>
              </a:rPr>
              <a:t>P</a:t>
            </a:r>
            <a:r>
              <a:rPr sz="1400" dirty="0" smtClean="0">
                <a:latin typeface="微软雅黑 Light" panose="020B0502040204020203" charset="-122"/>
                <a:ea typeface="微软雅黑 Light" panose="020B0502040204020203" charset="-122"/>
              </a:rPr>
              <a:t>rime[j]-1);</a:t>
            </a:r>
            <a:endParaRPr sz="1400" dirty="0" smtClean="0">
              <a:latin typeface="微软雅黑 Light" panose="020B0502040204020203" charset="-122"/>
              <a:ea typeface="微软雅黑 Light" panose="020B0502040204020203" charset="-122"/>
            </a:endParaRPr>
          </a:p>
          <a:p>
            <a:pPr>
              <a:lnSpc>
                <a:spcPct val="130000"/>
              </a:lnSpc>
            </a:pPr>
            <a:r>
              <a:rPr sz="1400" dirty="0" smtClean="0">
                <a:latin typeface="微软雅黑 Light" panose="020B0502040204020203" charset="-122"/>
                <a:ea typeface="微软雅黑 Light" panose="020B0502040204020203" charset="-122"/>
              </a:rPr>
              <a:t>		}</a:t>
            </a:r>
            <a:r>
              <a:rPr lang="en-US" sz="1400" dirty="0" smtClean="0">
                <a:solidFill>
                  <a:srgbClr val="0070C0"/>
                </a:solidFill>
                <a:latin typeface="微软雅黑 Light" panose="020B0502040204020203" charset="-122"/>
                <a:ea typeface="微软雅黑 Light" panose="020B0502040204020203" charset="-122"/>
              </a:rPr>
              <a:t>//其实这里Prime[j]-1就是phi[Prime[j]]，利用了欧拉函数的积性  </a:t>
            </a:r>
            <a:endParaRPr lang="en-US" sz="1400" dirty="0" smtClean="0">
              <a:solidFill>
                <a:srgbClr val="0070C0"/>
              </a:solidFill>
              <a:latin typeface="微软雅黑 Light" panose="020B0502040204020203" charset="-122"/>
              <a:ea typeface="微软雅黑 Light" panose="020B0502040204020203" charset="-122"/>
            </a:endParaRPr>
          </a:p>
          <a:p>
            <a:pPr>
              <a:lnSpc>
                <a:spcPct val="130000"/>
              </a:lnSpc>
            </a:pPr>
            <a:r>
              <a:rPr sz="1400" dirty="0" smtClean="0">
                <a:latin typeface="微软雅黑 Light" panose="020B0502040204020203" charset="-122"/>
                <a:ea typeface="微软雅黑 Light" panose="020B0502040204020203" charset="-122"/>
              </a:rPr>
              <a:t>     	}             </a:t>
            </a:r>
            <a:endParaRPr sz="1400" dirty="0" smtClean="0">
              <a:latin typeface="微软雅黑 Light" panose="020B0502040204020203" charset="-122"/>
              <a:ea typeface="微软雅黑 Light" panose="020B0502040204020203" charset="-122"/>
            </a:endParaRPr>
          </a:p>
          <a:p>
            <a:pPr>
              <a:lnSpc>
                <a:spcPct val="130000"/>
              </a:lnSpc>
            </a:pPr>
            <a:r>
              <a:rPr sz="1400" dirty="0" smtClean="0">
                <a:latin typeface="微软雅黑 Light" panose="020B0502040204020203" charset="-122"/>
                <a:ea typeface="微软雅黑 Light" panose="020B0502040204020203" charset="-122"/>
              </a:rPr>
              <a:t>}</a:t>
            </a:r>
            <a:endParaRPr sz="1400" dirty="0" smtClean="0">
              <a:latin typeface="微软雅黑 Light" panose="020B0502040204020203" charset="-122"/>
              <a:ea typeface="微软雅黑 Light" panose="020B0502040204020203" charset="-122"/>
            </a:endParaRPr>
          </a:p>
        </p:txBody>
      </p:sp>
      <p:sp>
        <p:nvSpPr>
          <p:cNvPr id="6" name="文本框 5"/>
          <p:cNvSpPr txBox="1"/>
          <p:nvPr/>
        </p:nvSpPr>
        <p:spPr>
          <a:xfrm>
            <a:off x="4448810" y="753745"/>
            <a:ext cx="4152265" cy="1198880"/>
          </a:xfrm>
          <a:prstGeom prst="rect">
            <a:avLst/>
          </a:prstGeom>
          <a:solidFill>
            <a:srgbClr val="FFFFCC"/>
          </a:solidFill>
          <a:effectLst>
            <a:outerShdw blurRad="50800" dist="38100" dir="2700000" algn="tl" rotWithShape="0">
              <a:prstClr val="black">
                <a:alpha val="40000"/>
              </a:prstClr>
            </a:outerShdw>
          </a:effectLst>
        </p:spPr>
        <p:txBody>
          <a:bodyPr wrap="square" rtlCol="0">
            <a:spAutoFit/>
          </a:bodyPr>
          <a:p>
            <a:pPr algn="l">
              <a:lnSpc>
                <a:spcPct val="130000"/>
              </a:lnSpc>
            </a:pPr>
            <a:r>
              <a:rPr lang="zh-CN" altLang="en-US" sz="1400" dirty="0" smtClean="0">
                <a:latin typeface="Arial" panose="020B0604020202020204" pitchFamily="34" charset="0"/>
                <a:ea typeface="微软雅黑" panose="020B0503020204020204" pitchFamily="34" charset="-122"/>
              </a:rPr>
              <a:t>利用欧拉函数的性质( p为质数 )：</a:t>
            </a:r>
            <a:endParaRPr lang="zh-CN" altLang="en-US" sz="1400" dirty="0" smtClean="0">
              <a:latin typeface="Arial" panose="020B0604020202020204" pitchFamily="34" charset="0"/>
              <a:ea typeface="微软雅黑" panose="020B0503020204020204" pitchFamily="34" charset="-122"/>
            </a:endParaRPr>
          </a:p>
          <a:p>
            <a:pPr algn="l">
              <a:lnSpc>
                <a:spcPct val="130000"/>
              </a:lnSpc>
            </a:pPr>
            <a:r>
              <a:rPr lang="en-US" altLang="zh-CN" sz="1400" dirty="0" smtClean="0">
                <a:latin typeface="Arial" panose="020B0604020202020204" pitchFamily="34" charset="0"/>
                <a:ea typeface="微软雅黑" panose="020B0503020204020204" pitchFamily="34" charset="-122"/>
              </a:rPr>
              <a:t>1. phi(p)=p-1 </a:t>
            </a:r>
            <a:br>
              <a:rPr lang="en-US" altLang="zh-CN" sz="1400" dirty="0" smtClean="0">
                <a:latin typeface="Arial" panose="020B0604020202020204" pitchFamily="34" charset="0"/>
                <a:ea typeface="微软雅黑" panose="020B0503020204020204" pitchFamily="34" charset="-122"/>
              </a:rPr>
            </a:br>
            <a:r>
              <a:rPr lang="en-US" altLang="zh-CN" sz="1400" dirty="0" smtClean="0">
                <a:latin typeface="Arial" panose="020B0604020202020204" pitchFamily="34" charset="0"/>
                <a:ea typeface="微软雅黑" panose="020B0503020204020204" pitchFamily="34" charset="-122"/>
              </a:rPr>
              <a:t>2. 如果i mod p = 0, 那么 phi(i * p)=p * phi(i)</a:t>
            </a:r>
            <a:endParaRPr lang="en-US" altLang="zh-CN" sz="1400" dirty="0" smtClean="0">
              <a:latin typeface="Arial" panose="020B0604020202020204" pitchFamily="34" charset="0"/>
              <a:ea typeface="微软雅黑" panose="020B0503020204020204" pitchFamily="34" charset="-122"/>
            </a:endParaRPr>
          </a:p>
          <a:p>
            <a:pPr algn="l">
              <a:lnSpc>
                <a:spcPct val="130000"/>
              </a:lnSpc>
            </a:pPr>
            <a:r>
              <a:rPr lang="en-US" altLang="zh-CN" sz="1400" dirty="0" smtClean="0">
                <a:latin typeface="Arial" panose="020B0604020202020204" pitchFamily="34" charset="0"/>
                <a:ea typeface="微软雅黑" panose="020B0503020204020204" pitchFamily="34" charset="-122"/>
              </a:rPr>
              <a:t>3.若i mod p ≠0,  那么 phi( i * p )=phi(i) * ( p-1 ) </a:t>
            </a:r>
            <a:endParaRPr lang="en-US" altLang="zh-CN" sz="1400" dirty="0" smtClean="0">
              <a:latin typeface="Arial" panose="020B0604020202020204" pitchFamily="34"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67690" y="426085"/>
            <a:ext cx="7075805" cy="1596390"/>
          </a:xfrm>
          <a:prstGeom prst="rect">
            <a:avLst/>
          </a:prstGeom>
          <a:noFill/>
        </p:spPr>
        <p:txBody>
          <a:bodyPr wrap="square" rtlCol="0">
            <a:spAutoFit/>
          </a:bodyPr>
          <a:p>
            <a:pPr algn="l">
              <a:lnSpc>
                <a:spcPct val="130000"/>
              </a:lnSpc>
            </a:pPr>
            <a:r>
              <a:rPr lang="zh-CN" sz="3200" b="1" dirty="0" smtClean="0">
                <a:solidFill>
                  <a:schemeClr val="accent4">
                    <a:lumMod val="75000"/>
                  </a:schemeClr>
                </a:solidFill>
                <a:latin typeface="Arial" panose="020B0604020202020204" pitchFamily="34" charset="0"/>
                <a:ea typeface="微软雅黑" panose="020B0503020204020204" pitchFamily="34" charset="-122"/>
              </a:rPr>
              <a:t>求组合数取模</a:t>
            </a:r>
            <a:r>
              <a:rPr lang="en-US" altLang="zh-CN" sz="3200" b="1" dirty="0" smtClean="0">
                <a:solidFill>
                  <a:schemeClr val="accent4">
                    <a:lumMod val="75000"/>
                  </a:schemeClr>
                </a:solidFill>
                <a:latin typeface="Arial" panose="020B0604020202020204" pitchFamily="34" charset="0"/>
                <a:ea typeface="微软雅黑" panose="020B0503020204020204" pitchFamily="34" charset="-122"/>
              </a:rPr>
              <a:t>(</a:t>
            </a:r>
            <a:r>
              <a:rPr lang="zh-CN" altLang="en-US" sz="3200" b="1" dirty="0" smtClean="0">
                <a:solidFill>
                  <a:schemeClr val="accent4">
                    <a:lumMod val="75000"/>
                  </a:schemeClr>
                </a:solidFill>
                <a:latin typeface="Arial" panose="020B0604020202020204" pitchFamily="34" charset="0"/>
                <a:ea typeface="微软雅黑" panose="020B0503020204020204" pitchFamily="34" charset="-122"/>
              </a:rPr>
              <a:t>分解质因数法</a:t>
            </a:r>
            <a:r>
              <a:rPr lang="en-US" altLang="zh-CN" sz="3200" b="1" dirty="0" smtClean="0">
                <a:solidFill>
                  <a:schemeClr val="accent4">
                    <a:lumMod val="75000"/>
                  </a:schemeClr>
                </a:solidFill>
                <a:latin typeface="Arial" panose="020B0604020202020204" pitchFamily="34" charset="0"/>
                <a:ea typeface="微软雅黑" panose="020B0503020204020204" pitchFamily="34" charset="-122"/>
              </a:rPr>
              <a:t>)</a:t>
            </a:r>
            <a:endParaRPr lang="en-US" altLang="zh-CN" sz="3200" b="1" dirty="0" smtClean="0">
              <a:solidFill>
                <a:schemeClr val="accent4">
                  <a:lumMod val="75000"/>
                </a:schemeClr>
              </a:solidFill>
              <a:latin typeface="Arial" panose="020B0604020202020204" pitchFamily="34" charset="0"/>
              <a:ea typeface="微软雅黑" panose="020B0503020204020204" pitchFamily="34" charset="-122"/>
            </a:endParaRPr>
          </a:p>
          <a:p>
            <a:pPr algn="l">
              <a:lnSpc>
                <a:spcPct val="130000"/>
              </a:lnSpc>
            </a:pPr>
            <a:r>
              <a:rPr lang="en-US" altLang="zh-CN" sz="4400" b="1" dirty="0" smtClean="0">
                <a:solidFill>
                  <a:schemeClr val="accent4">
                    <a:lumMod val="75000"/>
                  </a:schemeClr>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rPr>
              <a:t>C</a:t>
            </a:r>
            <a:r>
              <a:rPr lang="en-US" altLang="zh-CN" sz="4400" b="1" baseline="-25000" dirty="0" smtClean="0">
                <a:solidFill>
                  <a:schemeClr val="accent4">
                    <a:lumMod val="75000"/>
                  </a:schemeClr>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rPr>
              <a:t>n</a:t>
            </a:r>
            <a:r>
              <a:rPr lang="en-US" altLang="zh-CN" sz="4400" b="1" baseline="30000" dirty="0" smtClean="0">
                <a:solidFill>
                  <a:schemeClr val="accent4">
                    <a:lumMod val="75000"/>
                  </a:schemeClr>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rPr>
              <a:t>m</a:t>
            </a:r>
            <a:r>
              <a:rPr lang="en-US" altLang="zh-CN" sz="4400" b="1" dirty="0" smtClean="0">
                <a:solidFill>
                  <a:schemeClr val="accent4">
                    <a:lumMod val="75000"/>
                  </a:schemeClr>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rPr>
              <a:t> mod p</a:t>
            </a:r>
            <a:endParaRPr lang="en-US" altLang="zh-CN" sz="4400" b="1" dirty="0" smtClean="0">
              <a:solidFill>
                <a:schemeClr val="accent4">
                  <a:lumMod val="75000"/>
                </a:schemeClr>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endParaRPr>
          </a:p>
        </p:txBody>
      </p:sp>
      <p:sp>
        <p:nvSpPr>
          <p:cNvPr id="2" name="文本框 1"/>
          <p:cNvSpPr txBox="1"/>
          <p:nvPr/>
        </p:nvSpPr>
        <p:spPr>
          <a:xfrm>
            <a:off x="567690" y="2022475"/>
            <a:ext cx="5139690" cy="1200150"/>
          </a:xfrm>
          <a:prstGeom prst="rect">
            <a:avLst/>
          </a:prstGeom>
          <a:noFill/>
        </p:spPr>
        <p:txBody>
          <a:bodyPr wrap="square" rtlCol="0">
            <a:spAutoFit/>
          </a:bodyPr>
          <a:p>
            <a:pPr>
              <a:lnSpc>
                <a:spcPct val="130000"/>
              </a:lnSpc>
            </a:pPr>
            <a:r>
              <a:rPr lang="zh-CN" altLang="en-US" sz="2800" dirty="0" smtClean="0">
                <a:latin typeface="Arial" panose="020B0604020202020204" pitchFamily="34" charset="0"/>
                <a:ea typeface="微软雅黑" panose="020B0503020204020204" pitchFamily="34" charset="-122"/>
              </a:rPr>
              <a:t>以</a:t>
            </a:r>
            <a:r>
              <a:rPr lang="en-US" altLang="zh-CN" sz="2800" dirty="0" smtClean="0">
                <a:latin typeface="Arial" panose="020B0604020202020204" pitchFamily="34" charset="0"/>
                <a:ea typeface="微软雅黑" panose="020B0503020204020204" pitchFamily="34" charset="-122"/>
              </a:rPr>
              <a:t>C</a:t>
            </a:r>
            <a:r>
              <a:rPr lang="en-US" altLang="zh-CN" sz="2800" baseline="-25000" dirty="0" smtClean="0">
                <a:latin typeface="Arial" panose="020B0604020202020204" pitchFamily="34" charset="0"/>
                <a:ea typeface="微软雅黑" panose="020B0503020204020204" pitchFamily="34" charset="-122"/>
              </a:rPr>
              <a:t>6</a:t>
            </a:r>
            <a:r>
              <a:rPr lang="en-US" altLang="zh-CN" sz="2800" baseline="30000" dirty="0" smtClean="0">
                <a:latin typeface="Arial" panose="020B0604020202020204" pitchFamily="34" charset="0"/>
                <a:ea typeface="微软雅黑" panose="020B0503020204020204" pitchFamily="34" charset="-122"/>
              </a:rPr>
              <a:t>4</a:t>
            </a:r>
            <a:r>
              <a:rPr lang="zh-CN" altLang="en-US" sz="2800" dirty="0" smtClean="0">
                <a:latin typeface="Arial" panose="020B0604020202020204" pitchFamily="34" charset="0"/>
                <a:ea typeface="微软雅黑" panose="020B0503020204020204" pitchFamily="34" charset="-122"/>
              </a:rPr>
              <a:t>为例：</a:t>
            </a:r>
            <a:endParaRPr lang="zh-CN" altLang="en-US" sz="2800" dirty="0" smtClean="0">
              <a:latin typeface="Arial" panose="020B0604020202020204" pitchFamily="34" charset="0"/>
              <a:ea typeface="微软雅黑" panose="020B0503020204020204" pitchFamily="34" charset="-122"/>
            </a:endParaRPr>
          </a:p>
          <a:p>
            <a:pPr>
              <a:lnSpc>
                <a:spcPct val="130000"/>
              </a:lnSpc>
            </a:pPr>
            <a:r>
              <a:rPr lang="en-US" altLang="zh-CN" sz="2800" dirty="0" smtClean="0">
                <a:ea typeface="微软雅黑" panose="020B0503020204020204" pitchFamily="34" charset="-122"/>
                <a:sym typeface="+mn-ea"/>
              </a:rPr>
              <a:t>C</a:t>
            </a:r>
            <a:r>
              <a:rPr lang="en-US" altLang="zh-CN" sz="2800" baseline="-25000" dirty="0" smtClean="0">
                <a:ea typeface="微软雅黑" panose="020B0503020204020204" pitchFamily="34" charset="-122"/>
                <a:sym typeface="+mn-ea"/>
              </a:rPr>
              <a:t>6</a:t>
            </a:r>
            <a:r>
              <a:rPr lang="en-US" altLang="zh-CN" sz="2800" baseline="30000" dirty="0" smtClean="0">
                <a:ea typeface="微软雅黑" panose="020B0503020204020204" pitchFamily="34" charset="-122"/>
                <a:sym typeface="+mn-ea"/>
              </a:rPr>
              <a:t>4</a:t>
            </a:r>
            <a:r>
              <a:rPr lang="en-US" altLang="zh-CN" sz="2800" dirty="0" smtClean="0">
                <a:ea typeface="微软雅黑" panose="020B0503020204020204" pitchFamily="34" charset="-122"/>
                <a:sym typeface="+mn-ea"/>
              </a:rPr>
              <a:t>=(6!)/(4!*2!)</a:t>
            </a:r>
            <a:endParaRPr lang="en-US" altLang="zh-CN" sz="2800" dirty="0" smtClean="0">
              <a:latin typeface="Arial" panose="020B0604020202020204" pitchFamily="34" charset="0"/>
              <a:ea typeface="微软雅黑" panose="020B0503020204020204" pitchFamily="34" charset="-122"/>
              <a:sym typeface="+mn-ea"/>
            </a:endParaRPr>
          </a:p>
        </p:txBody>
      </p:sp>
      <p:sp>
        <p:nvSpPr>
          <p:cNvPr id="3" name="文本框 2"/>
          <p:cNvSpPr txBox="1"/>
          <p:nvPr/>
        </p:nvSpPr>
        <p:spPr>
          <a:xfrm>
            <a:off x="1068070" y="3106420"/>
            <a:ext cx="8276590" cy="645795"/>
          </a:xfrm>
          <a:prstGeom prst="rect">
            <a:avLst/>
          </a:prstGeom>
          <a:noFill/>
        </p:spPr>
        <p:txBody>
          <a:bodyPr wrap="square" rtlCol="0">
            <a:spAutoFit/>
          </a:bodyPr>
          <a:p>
            <a:pPr>
              <a:lnSpc>
                <a:spcPct val="130000"/>
              </a:lnSpc>
            </a:pPr>
            <a:r>
              <a:rPr lang="en-US" altLang="zh-CN" sz="2800" dirty="0" smtClean="0">
                <a:latin typeface="Arial" panose="020B0604020202020204" pitchFamily="34" charset="0"/>
                <a:ea typeface="微软雅黑" panose="020B0503020204020204" pitchFamily="34" charset="-122"/>
                <a:sym typeface="+mn-ea"/>
              </a:rPr>
              <a:t>=((2*3)*(5)*(2*2)*(3)*(2)) / ((2*2)*(3)*(2) * (2))</a:t>
            </a:r>
            <a:endParaRPr lang="en-US" altLang="zh-CN" sz="2800" dirty="0" smtClean="0">
              <a:latin typeface="Arial" panose="020B0604020202020204" pitchFamily="34" charset="0"/>
              <a:ea typeface="微软雅黑" panose="020B0503020204020204" pitchFamily="34" charset="-122"/>
              <a:sym typeface="+mn-ea"/>
            </a:endParaRPr>
          </a:p>
        </p:txBody>
      </p:sp>
      <p:sp>
        <p:nvSpPr>
          <p:cNvPr id="5" name="文本框 4"/>
          <p:cNvSpPr txBox="1"/>
          <p:nvPr/>
        </p:nvSpPr>
        <p:spPr>
          <a:xfrm>
            <a:off x="664845" y="4113530"/>
            <a:ext cx="8276590" cy="1991360"/>
          </a:xfrm>
          <a:prstGeom prst="rect">
            <a:avLst/>
          </a:prstGeom>
          <a:noFill/>
        </p:spPr>
        <p:txBody>
          <a:bodyPr wrap="square" rtlCol="0">
            <a:spAutoFit/>
          </a:bodyPr>
          <a:p>
            <a:pPr>
              <a:lnSpc>
                <a:spcPct val="130000"/>
              </a:lnSpc>
            </a:pPr>
            <a:r>
              <a:rPr lang="zh-CN" altLang="en-US" sz="2400" dirty="0" smtClean="0">
                <a:latin typeface="Arial" panose="020B0604020202020204" pitchFamily="34" charset="0"/>
                <a:ea typeface="微软雅黑" panose="020B0503020204020204" pitchFamily="34" charset="-122"/>
                <a:sym typeface="+mn-ea"/>
              </a:rPr>
              <a:t>我们记录分子分母中对应质数的个数：</a:t>
            </a:r>
            <a:br>
              <a:rPr lang="zh-CN" altLang="en-US" sz="2400" dirty="0" smtClean="0">
                <a:latin typeface="Arial" panose="020B0604020202020204" pitchFamily="34" charset="0"/>
                <a:ea typeface="微软雅黑" panose="020B0503020204020204" pitchFamily="34" charset="-122"/>
                <a:sym typeface="+mn-ea"/>
              </a:rPr>
            </a:br>
            <a:r>
              <a:rPr lang="zh-CN" altLang="en-US" sz="2400" dirty="0" smtClean="0">
                <a:latin typeface="Arial" panose="020B0604020202020204" pitchFamily="34" charset="0"/>
                <a:ea typeface="微软雅黑" panose="020B0503020204020204" pitchFamily="34" charset="-122"/>
                <a:sym typeface="+mn-ea"/>
              </a:rPr>
              <a:t>分子</a:t>
            </a:r>
            <a:r>
              <a:rPr lang="en-US" altLang="zh-CN" sz="2400" dirty="0" smtClean="0">
                <a:latin typeface="Arial" panose="020B0604020202020204" pitchFamily="34" charset="0"/>
                <a:ea typeface="微软雅黑" panose="020B0503020204020204" pitchFamily="34" charset="-122"/>
                <a:sym typeface="+mn-ea"/>
              </a:rPr>
              <a:t>:Pri[2]=4,Pri[3]=2,Pri[5]=1</a:t>
            </a:r>
            <a:endParaRPr lang="en-US" altLang="zh-CN" sz="2400" dirty="0" smtClean="0">
              <a:latin typeface="Arial" panose="020B0604020202020204" pitchFamily="34" charset="0"/>
              <a:ea typeface="微软雅黑" panose="020B0503020204020204" pitchFamily="34" charset="-122"/>
              <a:sym typeface="+mn-ea"/>
            </a:endParaRPr>
          </a:p>
          <a:p>
            <a:pPr>
              <a:lnSpc>
                <a:spcPct val="130000"/>
              </a:lnSpc>
            </a:pPr>
            <a:r>
              <a:rPr lang="zh-CN" altLang="en-US" sz="2400" dirty="0" smtClean="0">
                <a:latin typeface="Arial" panose="020B0604020202020204" pitchFamily="34" charset="0"/>
                <a:ea typeface="微软雅黑" panose="020B0503020204020204" pitchFamily="34" charset="-122"/>
                <a:sym typeface="+mn-ea"/>
              </a:rPr>
              <a:t>分母</a:t>
            </a:r>
            <a:r>
              <a:rPr lang="en-US" altLang="zh-CN" sz="2400" dirty="0" smtClean="0">
                <a:latin typeface="Arial" panose="020B0604020202020204" pitchFamily="34" charset="0"/>
                <a:ea typeface="微软雅黑" panose="020B0503020204020204" pitchFamily="34" charset="-122"/>
                <a:sym typeface="+mn-ea"/>
              </a:rPr>
              <a:t>:Pri'[2]=4,Pri'[3]=1</a:t>
            </a:r>
            <a:endParaRPr lang="en-US" altLang="zh-CN" sz="2400" dirty="0" smtClean="0">
              <a:latin typeface="Arial" panose="020B0604020202020204" pitchFamily="34" charset="0"/>
              <a:ea typeface="微软雅黑" panose="020B0503020204020204" pitchFamily="34" charset="-122"/>
              <a:sym typeface="+mn-ea"/>
            </a:endParaRPr>
          </a:p>
          <a:p>
            <a:pPr>
              <a:lnSpc>
                <a:spcPct val="130000"/>
              </a:lnSpc>
            </a:pPr>
            <a:r>
              <a:rPr lang="zh-CN" altLang="en-US" sz="2400" dirty="0" smtClean="0">
                <a:latin typeface="Arial" panose="020B0604020202020204" pitchFamily="34" charset="0"/>
                <a:ea typeface="微软雅黑" panose="020B0503020204020204" pitchFamily="34" charset="-122"/>
                <a:sym typeface="+mn-ea"/>
              </a:rPr>
              <a:t>上下抵消，剩下</a:t>
            </a:r>
            <a:r>
              <a:rPr lang="en-US" altLang="zh-CN" sz="2400" dirty="0" smtClean="0">
                <a:latin typeface="Arial" panose="020B0604020202020204" pitchFamily="34" charset="0"/>
                <a:ea typeface="微软雅黑" panose="020B0503020204020204" pitchFamily="34" charset="-122"/>
                <a:sym typeface="+mn-ea"/>
              </a:rPr>
              <a:t>Pri[3]=1,Pri[5]=1</a:t>
            </a:r>
            <a:endParaRPr lang="en-US" altLang="zh-CN" sz="2400" dirty="0" smtClean="0">
              <a:latin typeface="Arial" panose="020B0604020202020204" pitchFamily="34" charset="0"/>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p:tgtEl>
                                          <p:spTgt spid="3"/>
                                        </p:tgtEl>
                                        <p:attrNameLst>
                                          <p:attrName>ppt_y</p:attrName>
                                        </p:attrNameLst>
                                      </p:cBhvr>
                                      <p:tavLst>
                                        <p:tav tm="0">
                                          <p:val>
                                            <p:strVal val="#ppt_y+#ppt_h*1.125000"/>
                                          </p:val>
                                        </p:tav>
                                        <p:tav tm="100000">
                                          <p:val>
                                            <p:strVal val="#ppt_y"/>
                                          </p:val>
                                        </p:tav>
                                      </p:tavLst>
                                    </p:anim>
                                    <p:animEffect transition="in" filter="wipe(up)">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p:tgtEl>
                                          <p:spTgt spid="5"/>
                                        </p:tgtEl>
                                        <p:attrNameLst>
                                          <p:attrName>ppt_y</p:attrName>
                                        </p:attrNameLst>
                                      </p:cBhvr>
                                      <p:tavLst>
                                        <p:tav tm="0">
                                          <p:val>
                                            <p:strVal val="#ppt_y+#ppt_h*1.125000"/>
                                          </p:val>
                                        </p:tav>
                                        <p:tav tm="100000">
                                          <p:val>
                                            <p:strVal val="#ppt_y"/>
                                          </p:val>
                                        </p:tav>
                                      </p:tavLst>
                                    </p:anim>
                                    <p:animEffect transition="in" filter="wipe(up)">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67690" y="426085"/>
            <a:ext cx="7420610" cy="1596390"/>
          </a:xfrm>
          <a:prstGeom prst="rect">
            <a:avLst/>
          </a:prstGeom>
          <a:noFill/>
        </p:spPr>
        <p:txBody>
          <a:bodyPr wrap="square" rtlCol="0">
            <a:spAutoFit/>
          </a:bodyPr>
          <a:p>
            <a:pPr algn="l">
              <a:lnSpc>
                <a:spcPct val="130000"/>
              </a:lnSpc>
            </a:pPr>
            <a:r>
              <a:rPr lang="zh-CN" sz="3200" b="1" dirty="0" smtClean="0">
                <a:solidFill>
                  <a:schemeClr val="accent4">
                    <a:lumMod val="75000"/>
                  </a:schemeClr>
                </a:solidFill>
                <a:latin typeface="Arial" panose="020B0604020202020204" pitchFamily="34" charset="0"/>
                <a:ea typeface="微软雅黑" panose="020B0503020204020204" pitchFamily="34" charset="-122"/>
              </a:rPr>
              <a:t>求组合数取模</a:t>
            </a:r>
            <a:r>
              <a:rPr lang="en-US" altLang="zh-CN" sz="3200" b="1" dirty="0" smtClean="0">
                <a:solidFill>
                  <a:schemeClr val="accent4">
                    <a:lumMod val="75000"/>
                  </a:schemeClr>
                </a:solidFill>
                <a:latin typeface="Arial" panose="020B0604020202020204" pitchFamily="34" charset="0"/>
                <a:ea typeface="微软雅黑" panose="020B0503020204020204" pitchFamily="34" charset="-122"/>
              </a:rPr>
              <a:t>(</a:t>
            </a:r>
            <a:r>
              <a:rPr lang="zh-CN" sz="3200" b="1" dirty="0" smtClean="0">
                <a:solidFill>
                  <a:schemeClr val="accent4">
                    <a:lumMod val="75000"/>
                  </a:schemeClr>
                </a:solidFill>
                <a:latin typeface="Arial" panose="020B0604020202020204" pitchFamily="34" charset="0"/>
                <a:ea typeface="微软雅黑" panose="020B0503020204020204" pitchFamily="34" charset="-122"/>
              </a:rPr>
              <a:t>其他方法</a:t>
            </a:r>
            <a:r>
              <a:rPr lang="en-US" altLang="zh-CN" sz="3200" b="1" dirty="0" smtClean="0">
                <a:solidFill>
                  <a:schemeClr val="accent4">
                    <a:lumMod val="75000"/>
                  </a:schemeClr>
                </a:solidFill>
                <a:latin typeface="Arial" panose="020B0604020202020204" pitchFamily="34" charset="0"/>
                <a:ea typeface="微软雅黑" panose="020B0503020204020204" pitchFamily="34" charset="-122"/>
              </a:rPr>
              <a:t>)</a:t>
            </a:r>
            <a:endParaRPr lang="en-US" altLang="zh-CN" sz="3200" b="1" dirty="0" smtClean="0">
              <a:solidFill>
                <a:schemeClr val="accent4">
                  <a:lumMod val="75000"/>
                </a:schemeClr>
              </a:solidFill>
              <a:latin typeface="Arial" panose="020B0604020202020204" pitchFamily="34" charset="0"/>
              <a:ea typeface="微软雅黑" panose="020B0503020204020204" pitchFamily="34" charset="-122"/>
            </a:endParaRPr>
          </a:p>
          <a:p>
            <a:pPr algn="l">
              <a:lnSpc>
                <a:spcPct val="130000"/>
              </a:lnSpc>
            </a:pPr>
            <a:r>
              <a:rPr lang="en-US" altLang="zh-CN" sz="4400" b="1" dirty="0" smtClean="0">
                <a:solidFill>
                  <a:schemeClr val="accent4">
                    <a:lumMod val="75000"/>
                  </a:schemeClr>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rPr>
              <a:t>C</a:t>
            </a:r>
            <a:r>
              <a:rPr lang="en-US" altLang="zh-CN" sz="4400" b="1" baseline="-25000" dirty="0" smtClean="0">
                <a:solidFill>
                  <a:schemeClr val="accent4">
                    <a:lumMod val="75000"/>
                  </a:schemeClr>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rPr>
              <a:t>n</a:t>
            </a:r>
            <a:r>
              <a:rPr lang="en-US" altLang="zh-CN" sz="4400" b="1" baseline="30000" dirty="0" smtClean="0">
                <a:solidFill>
                  <a:schemeClr val="accent4">
                    <a:lumMod val="75000"/>
                  </a:schemeClr>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rPr>
              <a:t>m</a:t>
            </a:r>
            <a:r>
              <a:rPr lang="en-US" altLang="zh-CN" sz="4400" b="1" dirty="0" smtClean="0">
                <a:solidFill>
                  <a:schemeClr val="accent4">
                    <a:lumMod val="75000"/>
                  </a:schemeClr>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rPr>
              <a:t> mod p</a:t>
            </a:r>
            <a:endParaRPr lang="en-US" altLang="zh-CN" sz="4400" b="1" dirty="0" smtClean="0">
              <a:solidFill>
                <a:schemeClr val="accent4">
                  <a:lumMod val="75000"/>
                </a:schemeClr>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endParaRPr>
          </a:p>
        </p:txBody>
      </p:sp>
      <p:sp>
        <p:nvSpPr>
          <p:cNvPr id="2" name="文本框 1"/>
          <p:cNvSpPr txBox="1"/>
          <p:nvPr/>
        </p:nvSpPr>
        <p:spPr>
          <a:xfrm>
            <a:off x="567690" y="2237740"/>
            <a:ext cx="8149590" cy="2229485"/>
          </a:xfrm>
          <a:prstGeom prst="rect">
            <a:avLst/>
          </a:prstGeom>
          <a:noFill/>
        </p:spPr>
        <p:txBody>
          <a:bodyPr wrap="square" rtlCol="0">
            <a:spAutoFit/>
          </a:bodyPr>
          <a:p>
            <a:pPr>
              <a:lnSpc>
                <a:spcPct val="130000"/>
              </a:lnSpc>
            </a:pPr>
            <a:r>
              <a:rPr sz="2400" dirty="0" smtClean="0">
                <a:solidFill>
                  <a:srgbClr val="0070C0"/>
                </a:solidFill>
                <a:latin typeface="Arial" panose="020B0604020202020204" pitchFamily="34" charset="0"/>
                <a:ea typeface="微软雅黑" panose="020B0503020204020204" pitchFamily="34" charset="-122"/>
              </a:rPr>
              <a:t>方法1</a:t>
            </a:r>
            <a:r>
              <a:rPr lang="en-US" sz="2400" dirty="0" smtClean="0">
                <a:solidFill>
                  <a:srgbClr val="0070C0"/>
                </a:solidFill>
                <a:latin typeface="Arial" panose="020B0604020202020204" pitchFamily="34" charset="0"/>
                <a:ea typeface="微软雅黑" panose="020B0503020204020204" pitchFamily="34" charset="-122"/>
              </a:rPr>
              <a:t>: </a:t>
            </a:r>
            <a:r>
              <a:rPr sz="2400" dirty="0" smtClean="0">
                <a:solidFill>
                  <a:srgbClr val="0070C0"/>
                </a:solidFill>
                <a:latin typeface="Arial" panose="020B0604020202020204" pitchFamily="34" charset="0"/>
                <a:ea typeface="微软雅黑" panose="020B0503020204020204" pitchFamily="34" charset="-122"/>
              </a:rPr>
              <a:t>递推 (n&lt;=1000)</a:t>
            </a:r>
            <a:r>
              <a:rPr sz="2400" dirty="0" smtClean="0">
                <a:latin typeface="Arial" panose="020B0604020202020204" pitchFamily="34" charset="0"/>
                <a:ea typeface="微软雅黑" panose="020B0503020204020204" pitchFamily="34" charset="-122"/>
              </a:rPr>
              <a:t> </a:t>
            </a:r>
            <a:r>
              <a:rPr sz="2400" b="1" dirty="0" smtClean="0">
                <a:effectLst/>
                <a:latin typeface="Arial" panose="020B0604020202020204" pitchFamily="34" charset="0"/>
                <a:ea typeface="微软雅黑" panose="020B0503020204020204" pitchFamily="34" charset="-122"/>
              </a:rPr>
              <a:t>C[i][j] = (C[i-1][j] + C[i-1][j]) % P</a:t>
            </a:r>
            <a:r>
              <a:rPr sz="2400" dirty="0" smtClean="0">
                <a:latin typeface="Arial" panose="020B0604020202020204" pitchFamily="34" charset="0"/>
                <a:ea typeface="微软雅黑" panose="020B0503020204020204" pitchFamily="34" charset="-122"/>
              </a:rPr>
              <a:t> </a:t>
            </a:r>
            <a:endParaRPr sz="2400" dirty="0" smtClean="0">
              <a:latin typeface="Arial" panose="020B0604020202020204" pitchFamily="34" charset="0"/>
              <a:ea typeface="微软雅黑" panose="020B0503020204020204" pitchFamily="34" charset="-122"/>
            </a:endParaRPr>
          </a:p>
          <a:p>
            <a:pPr>
              <a:lnSpc>
                <a:spcPct val="130000"/>
              </a:lnSpc>
            </a:pPr>
            <a:r>
              <a:rPr sz="2400" dirty="0" smtClean="0">
                <a:solidFill>
                  <a:srgbClr val="0070C0"/>
                </a:solidFill>
                <a:latin typeface="Arial" panose="020B0604020202020204" pitchFamily="34" charset="0"/>
                <a:ea typeface="微软雅黑" panose="020B0503020204020204" pitchFamily="34" charset="-122"/>
              </a:rPr>
              <a:t>方法2: n固定时 递推</a:t>
            </a:r>
            <a:r>
              <a:rPr sz="2800" dirty="0" smtClean="0">
                <a:solidFill>
                  <a:srgbClr val="0070C0"/>
                </a:solidFill>
                <a:latin typeface="Arial" panose="020B0604020202020204" pitchFamily="34" charset="0"/>
                <a:ea typeface="微软雅黑" panose="020B0503020204020204" pitchFamily="34" charset="-122"/>
              </a:rPr>
              <a:t> </a:t>
            </a:r>
            <a:endParaRPr sz="2800" dirty="0" smtClean="0">
              <a:solidFill>
                <a:srgbClr val="0070C0"/>
              </a:solidFill>
              <a:latin typeface="Arial" panose="020B0604020202020204" pitchFamily="34" charset="0"/>
              <a:ea typeface="微软雅黑" panose="020B0503020204020204" pitchFamily="34" charset="-122"/>
            </a:endParaRPr>
          </a:p>
          <a:p>
            <a:pPr>
              <a:lnSpc>
                <a:spcPct val="130000"/>
              </a:lnSpc>
            </a:pPr>
            <a:r>
              <a:rPr sz="2800" dirty="0" smtClean="0">
                <a:latin typeface="Arial" panose="020B0604020202020204" pitchFamily="34" charset="0"/>
                <a:ea typeface="微软雅黑" panose="020B0503020204020204" pitchFamily="34" charset="-122"/>
              </a:rPr>
              <a:t>               </a:t>
            </a:r>
            <a:r>
              <a:rPr sz="2800" b="1" dirty="0" smtClean="0">
                <a:latin typeface="Arial" panose="020B0604020202020204" pitchFamily="34" charset="0"/>
                <a:ea typeface="微软雅黑" panose="020B0503020204020204" pitchFamily="34" charset="-122"/>
              </a:rPr>
              <a:t>C[i-1]*(n-i+1)/i      (i &gt;= 1) </a:t>
            </a:r>
            <a:endParaRPr sz="2800" b="1" dirty="0" smtClean="0">
              <a:latin typeface="Arial" panose="020B0604020202020204" pitchFamily="34" charset="0"/>
              <a:ea typeface="微软雅黑" panose="020B0503020204020204" pitchFamily="34" charset="-122"/>
            </a:endParaRPr>
          </a:p>
          <a:p>
            <a:pPr>
              <a:lnSpc>
                <a:spcPct val="130000"/>
              </a:lnSpc>
            </a:pPr>
            <a:r>
              <a:rPr sz="2800" b="1" dirty="0" smtClean="0">
                <a:latin typeface="Arial" panose="020B0604020202020204" pitchFamily="34" charset="0"/>
                <a:ea typeface="微软雅黑" panose="020B0503020204020204" pitchFamily="34" charset="-122"/>
              </a:rPr>
              <a:t>               1                            (i == 0) </a:t>
            </a:r>
            <a:r>
              <a:rPr sz="2800" b="1" dirty="0" smtClean="0">
                <a:latin typeface="Arial" panose="020B0604020202020204" pitchFamily="34" charset="0"/>
                <a:ea typeface="微软雅黑" panose="020B0503020204020204" pitchFamily="34" charset="-122"/>
              </a:rPr>
              <a:t> </a:t>
            </a:r>
            <a:endParaRPr sz="2800" b="1" dirty="0" smtClean="0">
              <a:latin typeface="Arial" panose="020B0604020202020204" pitchFamily="34" charset="0"/>
              <a:ea typeface="微软雅黑" panose="020B0503020204020204" pitchFamily="34" charset="-122"/>
            </a:endParaRPr>
          </a:p>
        </p:txBody>
      </p:sp>
      <p:sp>
        <p:nvSpPr>
          <p:cNvPr id="6" name="文本框 5"/>
          <p:cNvSpPr txBox="1"/>
          <p:nvPr/>
        </p:nvSpPr>
        <p:spPr>
          <a:xfrm>
            <a:off x="567690" y="3477260"/>
            <a:ext cx="1143000" cy="725170"/>
          </a:xfrm>
          <a:prstGeom prst="rect">
            <a:avLst/>
          </a:prstGeom>
          <a:noFill/>
        </p:spPr>
        <p:txBody>
          <a:bodyPr wrap="none" rtlCol="0" anchor="t">
            <a:spAutoFit/>
          </a:bodyPr>
          <a:p>
            <a:pPr>
              <a:lnSpc>
                <a:spcPct val="130000"/>
              </a:lnSpc>
            </a:pPr>
            <a:r>
              <a:rPr sz="3200" dirty="0" smtClean="0">
                <a:ea typeface="微软雅黑" panose="020B0503020204020204" pitchFamily="34" charset="-122"/>
                <a:sym typeface="+mn-ea"/>
              </a:rPr>
              <a:t>C[i] =</a:t>
            </a:r>
            <a:endParaRPr lang="zh-CN" altLang="en-US" sz="3200" dirty="0" smtClean="0">
              <a:latin typeface="Arial" panose="020B0604020202020204" pitchFamily="34" charset="0"/>
              <a:ea typeface="微软雅黑" panose="020B0503020204020204" pitchFamily="34" charset="-122"/>
              <a:sym typeface="+mn-ea"/>
            </a:endParaRPr>
          </a:p>
        </p:txBody>
      </p:sp>
      <p:sp>
        <p:nvSpPr>
          <p:cNvPr id="7" name="左大括号 6"/>
          <p:cNvSpPr/>
          <p:nvPr/>
        </p:nvSpPr>
        <p:spPr>
          <a:xfrm>
            <a:off x="1710690" y="3507740"/>
            <a:ext cx="288290" cy="762635"/>
          </a:xfrm>
          <a:prstGeom prst="leftBrace">
            <a:avLst>
              <a:gd name="adj1" fmla="val 8333"/>
              <a:gd name="adj2" fmla="val 51224"/>
            </a:avLst>
          </a:prstGeom>
        </p:spPr>
        <p:style>
          <a:lnRef idx="3">
            <a:schemeClr val="dk1"/>
          </a:lnRef>
          <a:fillRef idx="0">
            <a:schemeClr val="dk1"/>
          </a:fillRef>
          <a:effectRef idx="2">
            <a:schemeClr val="dk1"/>
          </a:effectRef>
          <a:fontRef idx="minor">
            <a:schemeClr val="tx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31140" y="290195"/>
            <a:ext cx="7296150" cy="6503670"/>
          </a:xfrm>
          <a:prstGeom prst="rect">
            <a:avLst/>
          </a:prstGeom>
          <a:solidFill>
            <a:srgbClr val="FFFFCC"/>
          </a:solidFill>
          <a:effectLst>
            <a:outerShdw blurRad="50800" dist="38100" dir="2700000" algn="tl" rotWithShape="0">
              <a:prstClr val="black">
                <a:alpha val="40000"/>
              </a:prstClr>
            </a:outerShdw>
          </a:effectLst>
        </p:spPr>
        <p:txBody>
          <a:bodyPr wrap="square" rtlCol="0">
            <a:spAutoFit/>
          </a:bodyPr>
          <a:p>
            <a:pPr algn="l">
              <a:lnSpc>
                <a:spcPct val="130000"/>
              </a:lnSpc>
            </a:pPr>
            <a:r>
              <a:rPr lang="en-US" altLang="zh-CN" dirty="0" smtClean="0">
                <a:solidFill>
                  <a:srgbClr val="0070C0"/>
                </a:solidFill>
                <a:ea typeface="微软雅黑" panose="020B0503020204020204" pitchFamily="34" charset="-122"/>
                <a:sym typeface="+mn-ea"/>
              </a:rPr>
              <a:t>//</a:t>
            </a:r>
            <a:r>
              <a:rPr lang="zh-CN" altLang="en-US" dirty="0" smtClean="0">
                <a:solidFill>
                  <a:srgbClr val="0070C0"/>
                </a:solidFill>
                <a:ea typeface="微软雅黑" panose="020B0503020204020204" pitchFamily="34" charset="-122"/>
                <a:sym typeface="+mn-ea"/>
              </a:rPr>
              <a:t>求</a:t>
            </a:r>
            <a:r>
              <a:rPr lang="en-US" altLang="zh-CN" dirty="0" smtClean="0">
                <a:solidFill>
                  <a:srgbClr val="0070C0"/>
                </a:solidFill>
                <a:ea typeface="微软雅黑" panose="020B0503020204020204" pitchFamily="34" charset="-122"/>
                <a:sym typeface="+mn-ea"/>
              </a:rPr>
              <a:t>C</a:t>
            </a:r>
            <a:r>
              <a:rPr lang="en-US" altLang="zh-CN" baseline="-25000" dirty="0" smtClean="0">
                <a:solidFill>
                  <a:srgbClr val="0070C0"/>
                </a:solidFill>
                <a:ea typeface="微软雅黑" panose="020B0503020204020204" pitchFamily="34" charset="-122"/>
                <a:sym typeface="+mn-ea"/>
              </a:rPr>
              <a:t>n</a:t>
            </a:r>
            <a:r>
              <a:rPr lang="en-US" altLang="zh-CN" baseline="30000" dirty="0" smtClean="0">
                <a:solidFill>
                  <a:srgbClr val="0070C0"/>
                </a:solidFill>
                <a:ea typeface="微软雅黑" panose="020B0503020204020204" pitchFamily="34" charset="-122"/>
                <a:sym typeface="+mn-ea"/>
              </a:rPr>
              <a:t>m   </a:t>
            </a:r>
            <a:r>
              <a:rPr lang="en-US" altLang="zh-CN" dirty="0" smtClean="0">
                <a:solidFill>
                  <a:srgbClr val="0070C0"/>
                </a:solidFill>
                <a:ea typeface="微软雅黑" panose="020B0503020204020204" pitchFamily="34" charset="-122"/>
                <a:sym typeface="+mn-ea"/>
              </a:rPr>
              <a:t>,N</a:t>
            </a:r>
            <a:r>
              <a:rPr lang="zh-CN" altLang="en-US" dirty="0" smtClean="0">
                <a:solidFill>
                  <a:srgbClr val="0070C0"/>
                </a:solidFill>
                <a:ea typeface="微软雅黑" panose="020B0503020204020204" pitchFamily="34" charset="-122"/>
                <a:sym typeface="+mn-ea"/>
              </a:rPr>
              <a:t>固定，递推求组合数取模参考代码</a:t>
            </a:r>
            <a:endParaRPr lang="zh-CN" altLang="en-US" dirty="0" smtClean="0">
              <a:solidFill>
                <a:srgbClr val="0070C0"/>
              </a:solidFill>
              <a:latin typeface="Arial" panose="020B0604020202020204" pitchFamily="34" charset="0"/>
              <a:ea typeface="微软雅黑" panose="020B0503020204020204" pitchFamily="34" charset="-122"/>
              <a:sym typeface="+mn-ea"/>
            </a:endParaRPr>
          </a:p>
          <a:p>
            <a:pPr algn="l">
              <a:lnSpc>
                <a:spcPct val="130000"/>
              </a:lnSpc>
            </a:pPr>
            <a:r>
              <a:rPr lang="zh-CN" altLang="en-US" dirty="0" smtClean="0">
                <a:latin typeface="Arial" panose="020B0604020202020204" pitchFamily="34" charset="0"/>
                <a:ea typeface="微软雅黑" panose="020B0503020204020204" pitchFamily="34" charset="-122"/>
              </a:rPr>
              <a:t>int Ex_gcd(int a,int b,int&amp; x,int&amp; y)  </a:t>
            </a:r>
            <a:r>
              <a:rPr lang="en-US" altLang="zh-CN" dirty="0" smtClean="0">
                <a:solidFill>
                  <a:srgbClr val="0070C0"/>
                </a:solidFill>
                <a:latin typeface="Arial" panose="020B0604020202020204" pitchFamily="34" charset="0"/>
                <a:ea typeface="微软雅黑" panose="020B0503020204020204" pitchFamily="34" charset="-122"/>
              </a:rPr>
              <a:t>// </a:t>
            </a:r>
            <a:r>
              <a:rPr lang="zh-CN" altLang="en-US" dirty="0" smtClean="0">
                <a:solidFill>
                  <a:srgbClr val="0070C0"/>
                </a:solidFill>
                <a:latin typeface="Arial" panose="020B0604020202020204" pitchFamily="34" charset="0"/>
                <a:ea typeface="微软雅黑" panose="020B0503020204020204" pitchFamily="34" charset="-122"/>
              </a:rPr>
              <a:t>扩欧用于求逆元</a:t>
            </a:r>
            <a:br>
              <a:rPr lang="zh-CN" altLang="en-US" dirty="0" smtClean="0">
                <a:latin typeface="Arial" panose="020B0604020202020204" pitchFamily="34" charset="0"/>
                <a:ea typeface="微软雅黑" panose="020B0503020204020204" pitchFamily="34" charset="-122"/>
              </a:rPr>
            </a:br>
            <a:r>
              <a:rPr lang="zh-CN" altLang="en-US" dirty="0" smtClean="0">
                <a:latin typeface="Arial" panose="020B0604020202020204" pitchFamily="34" charset="0"/>
                <a:ea typeface="微软雅黑" panose="020B0503020204020204" pitchFamily="34" charset="-122"/>
              </a:rPr>
              <a:t>{ </a:t>
            </a:r>
            <a:endParaRPr lang="zh-CN" altLang="en-US" dirty="0" smtClean="0">
              <a:latin typeface="Arial" panose="020B0604020202020204" pitchFamily="34" charset="0"/>
              <a:ea typeface="微软雅黑" panose="020B0503020204020204" pitchFamily="34" charset="-122"/>
            </a:endParaRPr>
          </a:p>
          <a:p>
            <a:pPr algn="l">
              <a:lnSpc>
                <a:spcPct val="130000"/>
              </a:lnSpc>
            </a:pPr>
            <a:r>
              <a:rPr lang="zh-CN" altLang="en-US" dirty="0" smtClean="0">
                <a:latin typeface="Arial" panose="020B0604020202020204" pitchFamily="34" charset="0"/>
                <a:ea typeface="微软雅黑" panose="020B0503020204020204" pitchFamily="34" charset="-122"/>
              </a:rPr>
              <a:t>    if(!b){ x=1; y=0; return a; } </a:t>
            </a:r>
            <a:endParaRPr lang="zh-CN" altLang="en-US" dirty="0" smtClean="0">
              <a:latin typeface="Arial" panose="020B0604020202020204" pitchFamily="34" charset="0"/>
              <a:ea typeface="微软雅黑" panose="020B0503020204020204" pitchFamily="34" charset="-122"/>
            </a:endParaRPr>
          </a:p>
          <a:p>
            <a:pPr algn="l">
              <a:lnSpc>
                <a:spcPct val="130000"/>
              </a:lnSpc>
            </a:pPr>
            <a:r>
              <a:rPr lang="zh-CN" altLang="en-US" dirty="0" smtClean="0">
                <a:latin typeface="Arial" panose="020B0604020202020204" pitchFamily="34" charset="0"/>
                <a:ea typeface="微软雅黑" panose="020B0503020204020204" pitchFamily="34" charset="-122"/>
              </a:rPr>
              <a:t>    int t=Ex_gcd(b,a%b,y,x);</a:t>
            </a:r>
            <a:br>
              <a:rPr lang="zh-CN" altLang="en-US" dirty="0" smtClean="0">
                <a:latin typeface="Arial" panose="020B0604020202020204" pitchFamily="34" charset="0"/>
                <a:ea typeface="微软雅黑" panose="020B0503020204020204" pitchFamily="34" charset="-122"/>
              </a:rPr>
            </a:br>
            <a:r>
              <a:rPr lang="zh-CN" altLang="en-US" dirty="0" smtClean="0">
                <a:latin typeface="Arial" panose="020B0604020202020204" pitchFamily="34" charset="0"/>
                <a:ea typeface="微软雅黑" panose="020B0503020204020204" pitchFamily="34" charset="-122"/>
              </a:rPr>
              <a:t>    y-=a/b*x; </a:t>
            </a:r>
            <a:br>
              <a:rPr lang="zh-CN" altLang="en-US" dirty="0" smtClean="0">
                <a:latin typeface="Arial" panose="020B0604020202020204" pitchFamily="34" charset="0"/>
                <a:ea typeface="微软雅黑" panose="020B0503020204020204" pitchFamily="34" charset="-122"/>
              </a:rPr>
            </a:br>
            <a:r>
              <a:rPr lang="zh-CN" altLang="en-US" dirty="0" smtClean="0">
                <a:latin typeface="Arial" panose="020B0604020202020204" pitchFamily="34" charset="0"/>
                <a:ea typeface="微软雅黑" panose="020B0503020204020204" pitchFamily="34" charset="-122"/>
              </a:rPr>
              <a:t>     return t; </a:t>
            </a:r>
            <a:endParaRPr lang="zh-CN" altLang="en-US" dirty="0" smtClean="0">
              <a:latin typeface="Arial" panose="020B0604020202020204" pitchFamily="34" charset="0"/>
              <a:ea typeface="微软雅黑" panose="020B0503020204020204" pitchFamily="34" charset="-122"/>
            </a:endParaRPr>
          </a:p>
          <a:p>
            <a:pPr algn="l">
              <a:lnSpc>
                <a:spcPct val="130000"/>
              </a:lnSpc>
            </a:pPr>
            <a:r>
              <a:rPr lang="zh-CN" altLang="en-US" dirty="0" smtClean="0">
                <a:latin typeface="Arial" panose="020B0604020202020204" pitchFamily="34" charset="0"/>
                <a:ea typeface="微软雅黑" panose="020B0503020204020204" pitchFamily="34" charset="-122"/>
              </a:rPr>
              <a:t>} </a:t>
            </a:r>
            <a:endParaRPr lang="zh-CN" altLang="en-US" dirty="0" smtClean="0">
              <a:latin typeface="Arial" panose="020B0604020202020204" pitchFamily="34" charset="0"/>
              <a:ea typeface="微软雅黑" panose="020B0503020204020204" pitchFamily="34" charset="-122"/>
            </a:endParaRPr>
          </a:p>
          <a:p>
            <a:pPr algn="l">
              <a:lnSpc>
                <a:spcPct val="130000"/>
              </a:lnSpc>
            </a:pPr>
            <a:endParaRPr lang="zh-CN" altLang="en-US" dirty="0" smtClean="0">
              <a:latin typeface="Arial" panose="020B0604020202020204" pitchFamily="34" charset="0"/>
              <a:ea typeface="微软雅黑" panose="020B0503020204020204" pitchFamily="34" charset="-122"/>
            </a:endParaRPr>
          </a:p>
          <a:p>
            <a:pPr algn="l">
              <a:lnSpc>
                <a:spcPct val="130000"/>
              </a:lnSpc>
            </a:pPr>
            <a:r>
              <a:rPr lang="zh-CN" altLang="en-US" dirty="0" smtClean="0">
                <a:latin typeface="Arial" panose="020B0604020202020204" pitchFamily="34" charset="0"/>
                <a:ea typeface="微软雅黑" panose="020B0503020204020204" pitchFamily="34" charset="-122"/>
              </a:rPr>
              <a:t>int C[MAXN];  </a:t>
            </a:r>
            <a:endParaRPr lang="zh-CN" altLang="en-US" dirty="0" smtClean="0">
              <a:latin typeface="Arial" panose="020B0604020202020204" pitchFamily="34" charset="0"/>
              <a:ea typeface="微软雅黑" panose="020B0503020204020204" pitchFamily="34" charset="-122"/>
            </a:endParaRPr>
          </a:p>
          <a:p>
            <a:pPr algn="l">
              <a:lnSpc>
                <a:spcPct val="130000"/>
              </a:lnSpc>
            </a:pPr>
            <a:r>
              <a:rPr lang="zh-CN" altLang="en-US" dirty="0" smtClean="0">
                <a:latin typeface="Arial" panose="020B0604020202020204" pitchFamily="34" charset="0"/>
                <a:ea typeface="微软雅黑" panose="020B0503020204020204" pitchFamily="34" charset="-122"/>
              </a:rPr>
              <a:t>C[0] = 1; </a:t>
            </a:r>
            <a:endParaRPr lang="zh-CN" altLang="en-US" dirty="0" smtClean="0">
              <a:latin typeface="Arial" panose="020B0604020202020204" pitchFamily="34" charset="0"/>
              <a:ea typeface="微软雅黑" panose="020B0503020204020204" pitchFamily="34" charset="-122"/>
            </a:endParaRPr>
          </a:p>
          <a:p>
            <a:pPr algn="l">
              <a:lnSpc>
                <a:spcPct val="130000"/>
              </a:lnSpc>
            </a:pPr>
            <a:r>
              <a:rPr lang="zh-CN" altLang="en-US" dirty="0" smtClean="0">
                <a:latin typeface="Arial" panose="020B0604020202020204" pitchFamily="34" charset="0"/>
                <a:ea typeface="微软雅黑" panose="020B0503020204020204" pitchFamily="34" charset="-122"/>
              </a:rPr>
              <a:t>for(int i=1;i&lt;=m;i++)</a:t>
            </a:r>
            <a:br>
              <a:rPr lang="zh-CN" altLang="en-US" dirty="0" smtClean="0">
                <a:latin typeface="Arial" panose="020B0604020202020204" pitchFamily="34" charset="0"/>
                <a:ea typeface="微软雅黑" panose="020B0503020204020204" pitchFamily="34" charset="-122"/>
              </a:rPr>
            </a:br>
            <a:r>
              <a:rPr lang="zh-CN" altLang="en-US" dirty="0" smtClean="0">
                <a:latin typeface="Arial" panose="020B0604020202020204" pitchFamily="34" charset="0"/>
                <a:ea typeface="微软雅黑" panose="020B0503020204020204" pitchFamily="34" charset="-122"/>
              </a:rPr>
              <a:t>{ </a:t>
            </a:r>
            <a:endParaRPr lang="zh-CN" altLang="en-US" dirty="0" smtClean="0">
              <a:latin typeface="Arial" panose="020B0604020202020204" pitchFamily="34" charset="0"/>
              <a:ea typeface="微软雅黑" panose="020B0503020204020204" pitchFamily="34" charset="-122"/>
            </a:endParaRPr>
          </a:p>
          <a:p>
            <a:pPr algn="l">
              <a:lnSpc>
                <a:spcPct val="130000"/>
              </a:lnSpc>
            </a:pPr>
            <a:r>
              <a:rPr lang="zh-CN" altLang="en-US" dirty="0" smtClean="0">
                <a:latin typeface="Arial" panose="020B0604020202020204" pitchFamily="34" charset="0"/>
                <a:ea typeface="微软雅黑" panose="020B0503020204020204" pitchFamily="34" charset="-122"/>
              </a:rPr>
              <a:t>  </a:t>
            </a:r>
            <a:r>
              <a:rPr lang="zh-CN" altLang="en-US" dirty="0" smtClean="0">
                <a:solidFill>
                  <a:srgbClr val="0070C0"/>
                </a:solidFill>
                <a:latin typeface="Arial" panose="020B0604020202020204" pitchFamily="34" charset="0"/>
                <a:ea typeface="微软雅黑" panose="020B0503020204020204" pitchFamily="34" charset="-122"/>
              </a:rPr>
              <a:t>  //i * </a:t>
            </a:r>
            <a:r>
              <a:rPr lang="en-US" altLang="zh-CN" dirty="0" smtClean="0">
                <a:solidFill>
                  <a:srgbClr val="0070C0"/>
                </a:solidFill>
                <a:latin typeface="Arial" panose="020B0604020202020204" pitchFamily="34" charset="0"/>
                <a:ea typeface="微软雅黑" panose="020B0503020204020204" pitchFamily="34" charset="-122"/>
              </a:rPr>
              <a:t>I</a:t>
            </a:r>
            <a:r>
              <a:rPr lang="zh-CN" altLang="en-US" dirty="0" smtClean="0">
                <a:solidFill>
                  <a:srgbClr val="0070C0"/>
                </a:solidFill>
                <a:latin typeface="Arial" panose="020B0604020202020204" pitchFamily="34" charset="0"/>
                <a:ea typeface="微软雅黑" panose="020B0503020204020204" pitchFamily="34" charset="-122"/>
              </a:rPr>
              <a:t>nv == 1 (mod P)   变量</a:t>
            </a:r>
            <a:r>
              <a:rPr lang="en-US" altLang="zh-CN" dirty="0" smtClean="0">
                <a:solidFill>
                  <a:srgbClr val="0070C0"/>
                </a:solidFill>
                <a:latin typeface="Arial" panose="020B0604020202020204" pitchFamily="34" charset="0"/>
                <a:ea typeface="微软雅黑" panose="020B0503020204020204" pitchFamily="34" charset="-122"/>
              </a:rPr>
              <a:t>Inv  </a:t>
            </a:r>
            <a:r>
              <a:rPr lang="zh-CN" altLang="en-US" dirty="0" smtClean="0">
                <a:solidFill>
                  <a:srgbClr val="0070C0"/>
                </a:solidFill>
                <a:latin typeface="Arial" panose="020B0604020202020204" pitchFamily="34" charset="0"/>
                <a:ea typeface="微软雅黑" panose="020B0503020204020204" pitchFamily="34" charset="-122"/>
              </a:rPr>
              <a:t>表示</a:t>
            </a:r>
            <a:r>
              <a:rPr lang="en-US" altLang="zh-CN" dirty="0" smtClean="0">
                <a:solidFill>
                  <a:srgbClr val="0070C0"/>
                </a:solidFill>
                <a:latin typeface="Arial" panose="020B0604020202020204" pitchFamily="34" charset="0"/>
                <a:ea typeface="微软雅黑" panose="020B0503020204020204" pitchFamily="34" charset="-122"/>
              </a:rPr>
              <a:t>i</a:t>
            </a:r>
            <a:r>
              <a:rPr lang="zh-CN" altLang="en-US" dirty="0" smtClean="0">
                <a:solidFill>
                  <a:srgbClr val="0070C0"/>
                </a:solidFill>
                <a:latin typeface="Arial" panose="020B0604020202020204" pitchFamily="34" charset="0"/>
                <a:ea typeface="微软雅黑" panose="020B0503020204020204" pitchFamily="34" charset="-122"/>
              </a:rPr>
              <a:t>的逆元</a:t>
            </a:r>
            <a:endParaRPr lang="zh-CN" altLang="en-US" dirty="0" smtClean="0">
              <a:solidFill>
                <a:srgbClr val="0070C0"/>
              </a:solidFill>
              <a:latin typeface="Arial" panose="020B0604020202020204" pitchFamily="34" charset="0"/>
              <a:ea typeface="微软雅黑" panose="020B0503020204020204" pitchFamily="34" charset="-122"/>
            </a:endParaRPr>
          </a:p>
          <a:p>
            <a:pPr algn="l">
              <a:lnSpc>
                <a:spcPct val="130000"/>
              </a:lnSpc>
            </a:pPr>
            <a:r>
              <a:rPr lang="zh-CN" altLang="en-US" dirty="0" smtClean="0">
                <a:latin typeface="Arial" panose="020B0604020202020204" pitchFamily="34" charset="0"/>
                <a:ea typeface="微软雅黑" panose="020B0503020204020204" pitchFamily="34" charset="-122"/>
              </a:rPr>
              <a:t>    int </a:t>
            </a:r>
            <a:r>
              <a:rPr lang="en-US" altLang="zh-CN" b="1" dirty="0" smtClean="0">
                <a:latin typeface="Arial" panose="020B0604020202020204" pitchFamily="34" charset="0"/>
                <a:ea typeface="微软雅黑" panose="020B0503020204020204" pitchFamily="34" charset="-122"/>
              </a:rPr>
              <a:t>I</a:t>
            </a:r>
            <a:r>
              <a:rPr lang="zh-CN" altLang="en-US" b="1" dirty="0" smtClean="0">
                <a:latin typeface="Arial" panose="020B0604020202020204" pitchFamily="34" charset="0"/>
                <a:ea typeface="微软雅黑" panose="020B0503020204020204" pitchFamily="34" charset="-122"/>
              </a:rPr>
              <a:t>nv</a:t>
            </a:r>
            <a:r>
              <a:rPr lang="zh-CN" altLang="en-US" dirty="0" smtClean="0">
                <a:latin typeface="Arial" panose="020B0604020202020204" pitchFamily="34" charset="0"/>
                <a:ea typeface="微软雅黑" panose="020B0503020204020204" pitchFamily="34" charset="-122"/>
              </a:rPr>
              <a:t>,y; </a:t>
            </a:r>
            <a:br>
              <a:rPr lang="zh-CN" altLang="en-US" dirty="0" smtClean="0">
                <a:latin typeface="Arial" panose="020B0604020202020204" pitchFamily="34" charset="0"/>
                <a:ea typeface="微软雅黑" panose="020B0503020204020204" pitchFamily="34" charset="-122"/>
              </a:rPr>
            </a:br>
            <a:r>
              <a:rPr lang="zh-CN" altLang="en-US" dirty="0" smtClean="0">
                <a:latin typeface="Arial" panose="020B0604020202020204" pitchFamily="34" charset="0"/>
                <a:ea typeface="微软雅黑" panose="020B0503020204020204" pitchFamily="34" charset="-122"/>
              </a:rPr>
              <a:t>    Ex_gcd(i,P,</a:t>
            </a:r>
            <a:r>
              <a:rPr lang="en-US" altLang="zh-CN" b="1" dirty="0" smtClean="0">
                <a:latin typeface="Arial" panose="020B0604020202020204" pitchFamily="34" charset="0"/>
                <a:ea typeface="微软雅黑" panose="020B0503020204020204" pitchFamily="34" charset="-122"/>
              </a:rPr>
              <a:t>I</a:t>
            </a:r>
            <a:r>
              <a:rPr lang="zh-CN" altLang="en-US" b="1" dirty="0" smtClean="0">
                <a:latin typeface="Arial" panose="020B0604020202020204" pitchFamily="34" charset="0"/>
                <a:ea typeface="微软雅黑" panose="020B0503020204020204" pitchFamily="34" charset="-122"/>
              </a:rPr>
              <a:t>nv</a:t>
            </a:r>
            <a:r>
              <a:rPr lang="zh-CN" altLang="en-US" dirty="0" smtClean="0">
                <a:latin typeface="Arial" panose="020B0604020202020204" pitchFamily="34" charset="0"/>
                <a:ea typeface="微软雅黑" panose="020B0503020204020204" pitchFamily="34" charset="-122"/>
              </a:rPr>
              <a:t>,y); </a:t>
            </a:r>
            <a:r>
              <a:rPr lang="en-US" altLang="zh-CN" sz="1600" dirty="0" smtClean="0">
                <a:solidFill>
                  <a:srgbClr val="0070C0"/>
                </a:solidFill>
                <a:latin typeface="Arial" panose="020B0604020202020204" pitchFamily="34" charset="0"/>
                <a:ea typeface="微软雅黑" panose="020B0503020204020204" pitchFamily="34" charset="-122"/>
              </a:rPr>
              <a:t>//</a:t>
            </a:r>
            <a:r>
              <a:rPr lang="zh-CN" altLang="en-US" sz="1600" dirty="0" smtClean="0">
                <a:solidFill>
                  <a:srgbClr val="0070C0"/>
                </a:solidFill>
                <a:latin typeface="Arial" panose="020B0604020202020204" pitchFamily="34" charset="0"/>
                <a:ea typeface="微软雅黑" panose="020B0503020204020204" pitchFamily="34" charset="-122"/>
              </a:rPr>
              <a:t>求逆元</a:t>
            </a:r>
            <a:r>
              <a:rPr lang="en-US" altLang="zh-CN" sz="1600" dirty="0" smtClean="0">
                <a:solidFill>
                  <a:srgbClr val="0070C0"/>
                </a:solidFill>
                <a:latin typeface="Arial" panose="020B0604020202020204" pitchFamily="34" charset="0"/>
                <a:ea typeface="微软雅黑" panose="020B0503020204020204" pitchFamily="34" charset="-122"/>
              </a:rPr>
              <a:t>Inv,</a:t>
            </a:r>
            <a:r>
              <a:rPr lang="zh-CN" altLang="en-US" sz="1600" dirty="0" smtClean="0">
                <a:solidFill>
                  <a:srgbClr val="0070C0"/>
                </a:solidFill>
                <a:latin typeface="Arial" panose="020B0604020202020204" pitchFamily="34" charset="0"/>
                <a:ea typeface="微软雅黑" panose="020B0503020204020204" pitchFamily="34" charset="-122"/>
              </a:rPr>
              <a:t>如果</a:t>
            </a:r>
            <a:r>
              <a:rPr lang="en-US" altLang="zh-CN" sz="1600" dirty="0" smtClean="0">
                <a:solidFill>
                  <a:srgbClr val="0070C0"/>
                </a:solidFill>
                <a:latin typeface="Arial" panose="020B0604020202020204" pitchFamily="34" charset="0"/>
                <a:ea typeface="微软雅黑" panose="020B0503020204020204" pitchFamily="34" charset="-122"/>
              </a:rPr>
              <a:t>P</a:t>
            </a:r>
            <a:r>
              <a:rPr lang="zh-CN" altLang="en-US" sz="1600" dirty="0" smtClean="0">
                <a:solidFill>
                  <a:srgbClr val="0070C0"/>
                </a:solidFill>
                <a:latin typeface="Arial" panose="020B0604020202020204" pitchFamily="34" charset="0"/>
                <a:ea typeface="微软雅黑" panose="020B0503020204020204" pitchFamily="34" charset="-122"/>
              </a:rPr>
              <a:t>是素数也可用费马小定理求逆元</a:t>
            </a:r>
            <a:endParaRPr lang="zh-CN" altLang="en-US" sz="1600" dirty="0" smtClean="0">
              <a:solidFill>
                <a:srgbClr val="0070C0"/>
              </a:solidFill>
              <a:latin typeface="Arial" panose="020B0604020202020204" pitchFamily="34" charset="0"/>
              <a:ea typeface="微软雅黑" panose="020B0503020204020204" pitchFamily="34" charset="-122"/>
            </a:endParaRPr>
          </a:p>
          <a:p>
            <a:pPr algn="l">
              <a:lnSpc>
                <a:spcPct val="130000"/>
              </a:lnSpc>
            </a:pPr>
            <a:r>
              <a:rPr lang="zh-CN" altLang="en-US" dirty="0" smtClean="0">
                <a:latin typeface="Arial" panose="020B0604020202020204" pitchFamily="34" charset="0"/>
                <a:ea typeface="微软雅黑" panose="020B0503020204020204" pitchFamily="34" charset="-122"/>
              </a:rPr>
              <a:t>    C[i] = (C[i-1]*(n-i+1)%P)*</a:t>
            </a:r>
            <a:r>
              <a:rPr lang="en-US" altLang="zh-CN" b="1" dirty="0" smtClean="0">
                <a:latin typeface="Arial" panose="020B0604020202020204" pitchFamily="34" charset="0"/>
                <a:ea typeface="微软雅黑" panose="020B0503020204020204" pitchFamily="34" charset="-122"/>
              </a:rPr>
              <a:t>Inv</a:t>
            </a:r>
            <a:r>
              <a:rPr lang="zh-CN" altLang="en-US" dirty="0" smtClean="0">
                <a:latin typeface="Arial" panose="020B0604020202020204" pitchFamily="34" charset="0"/>
                <a:ea typeface="微软雅黑" panose="020B0503020204020204" pitchFamily="34" charset="-122"/>
              </a:rPr>
              <a:t>%P;     </a:t>
            </a:r>
            <a:r>
              <a:rPr lang="zh-CN" altLang="en-US" dirty="0" smtClean="0">
                <a:solidFill>
                  <a:srgbClr val="0070C0"/>
                </a:solidFill>
                <a:latin typeface="Arial" panose="020B0604020202020204" pitchFamily="34" charset="0"/>
                <a:ea typeface="微软雅黑" panose="020B0503020204020204" pitchFamily="34" charset="-122"/>
              </a:rPr>
              <a:t>//注意long long  </a:t>
            </a:r>
            <a:endParaRPr lang="zh-CN" altLang="en-US" dirty="0" smtClean="0">
              <a:solidFill>
                <a:srgbClr val="0070C0"/>
              </a:solidFill>
              <a:latin typeface="Arial" panose="020B0604020202020204" pitchFamily="34" charset="0"/>
              <a:ea typeface="微软雅黑" panose="020B0503020204020204" pitchFamily="34" charset="-122"/>
            </a:endParaRPr>
          </a:p>
          <a:p>
            <a:pPr algn="l">
              <a:lnSpc>
                <a:spcPct val="130000"/>
              </a:lnSpc>
            </a:pPr>
            <a:r>
              <a:rPr lang="zh-CN" altLang="en-US" dirty="0" smtClean="0">
                <a:latin typeface="Arial" panose="020B0604020202020204" pitchFamily="34" charset="0"/>
                <a:ea typeface="微软雅黑" panose="020B0503020204020204" pitchFamily="34" charset="-122"/>
              </a:rPr>
              <a:t>}   </a:t>
            </a:r>
            <a:endParaRPr lang="zh-CN" altLang="en-US" dirty="0" smtClean="0">
              <a:latin typeface="Arial" panose="020B0604020202020204" pitchFamily="34" charset="0"/>
              <a:ea typeface="微软雅黑" panose="020B0503020204020204" pitchFamily="3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TEMPLATE_THUMBS_INDEX" val="1、4、5、9、12、15、20、25、26、27"/>
  <p:tag name="KSO_WM_TEMPLATE_CATEGORY" val="custom"/>
  <p:tag name="KSO_WM_TEMPLATE_INDEX" val="247"/>
  <p:tag name="KSO_WM_TAG_VERSION" val="1.0"/>
  <p:tag name="KSO_WM_SLIDE_ID" val="custom247_1"/>
  <p:tag name="KSO_WM_SLIDE_INDEX" val="1"/>
  <p:tag name="KSO_WM_SLIDE_ITEM_CNT" val="2"/>
  <p:tag name="KSO_WM_SLIDE_LAYOUT" val="a_b"/>
  <p:tag name="KSO_WM_SLIDE_LAYOUT_CNT" val="1_1"/>
  <p:tag name="KSO_WM_SLIDE_TYPE" val="title"/>
  <p:tag name="KSO_WM_BEAUTIFY_FLAG" val="#wm#"/>
</p:tagLst>
</file>

<file path=ppt/theme/theme1.xml><?xml version="1.0" encoding="utf-8"?>
<a:theme xmlns:a="http://schemas.openxmlformats.org/drawingml/2006/main" name="1_A000120140530A99PPBG">
  <a:themeElements>
    <a:clrScheme name="自定义 630">
      <a:dk1>
        <a:srgbClr val="5F5F5F"/>
      </a:dk1>
      <a:lt1>
        <a:srgbClr val="FFFFFF"/>
      </a:lt1>
      <a:dk2>
        <a:srgbClr val="5F5F5F"/>
      </a:dk2>
      <a:lt2>
        <a:srgbClr val="FFFFFF"/>
      </a:lt2>
      <a:accent1>
        <a:srgbClr val="2CBEBB"/>
      </a:accent1>
      <a:accent2>
        <a:srgbClr val="00AEEF"/>
      </a:accent2>
      <a:accent3>
        <a:srgbClr val="00989D"/>
      </a:accent3>
      <a:accent4>
        <a:srgbClr val="5277C2"/>
      </a:accent4>
      <a:accent5>
        <a:srgbClr val="853689"/>
      </a:accent5>
      <a:accent6>
        <a:srgbClr val="E33F61"/>
      </a:accent6>
      <a:hlink>
        <a:srgbClr val="00B0F0"/>
      </a:hlink>
      <a:folHlink>
        <a:srgbClr val="7F7F7F"/>
      </a:folHlink>
    </a:clrScheme>
    <a:fontScheme name="自定义 10">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2775</Words>
  <Application>WPS 演示</Application>
  <PresentationFormat/>
  <Paragraphs>103</Paragraphs>
  <Slides>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vt:i4>
      </vt:variant>
    </vt:vector>
  </HeadingPairs>
  <TitlesOfParts>
    <vt:vector size="18" baseType="lpstr">
      <vt:lpstr>Arial</vt:lpstr>
      <vt:lpstr>宋体</vt:lpstr>
      <vt:lpstr>Wingdings</vt:lpstr>
      <vt:lpstr>微软雅黑</vt:lpstr>
      <vt:lpstr>Webdings</vt:lpstr>
      <vt:lpstr>幼圆</vt:lpstr>
      <vt:lpstr>Times New Roman</vt:lpstr>
      <vt:lpstr>黑体</vt:lpstr>
      <vt:lpstr>微软雅黑 Light</vt:lpstr>
      <vt:lpstr>Calibri</vt:lpstr>
      <vt:lpstr>1_A000120140530A99PPBG</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何浪</dc:creator>
  <cp:lastModifiedBy>何浪</cp:lastModifiedBy>
  <cp:revision>863</cp:revision>
  <dcterms:created xsi:type="dcterms:W3CDTF">2016-06-22T03:39:00Z</dcterms:created>
  <dcterms:modified xsi:type="dcterms:W3CDTF">2016-10-22T14:05:58Z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2052-10.1.0.5975</vt:lpwstr>
  </property>
</Properties>
</file>